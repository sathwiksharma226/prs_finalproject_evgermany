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theme/theme2.xml" ContentType="application/vnd.openxmlformats-officedocument.theme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1"/>
    <p:sldMasterId id="2147483691" r:id="rId2"/>
    <p:sldMasterId id="2147483734" r:id="rId3"/>
  </p:sldMasterIdLst>
  <p:notesMasterIdLst>
    <p:notesMasterId r:id="rId13"/>
  </p:notesMasterIdLst>
  <p:handoutMasterIdLst>
    <p:handoutMasterId r:id="rId14"/>
  </p:handoutMasterIdLst>
  <p:sldIdLst>
    <p:sldId id="337" r:id="rId4"/>
    <p:sldId id="347" r:id="rId5"/>
    <p:sldId id="258" r:id="rId6"/>
    <p:sldId id="366" r:id="rId7"/>
    <p:sldId id="374" r:id="rId8"/>
    <p:sldId id="381" r:id="rId9"/>
    <p:sldId id="382" r:id="rId10"/>
    <p:sldId id="383" r:id="rId11"/>
    <p:sldId id="380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äsentation" id="{D4FCB3B3-2F76-4BB5-8E9E-FB1C246458FA}">
          <p14:sldIdLst>
            <p14:sldId id="337"/>
            <p14:sldId id="347"/>
            <p14:sldId id="258"/>
            <p14:sldId id="366"/>
            <p14:sldId id="374"/>
            <p14:sldId id="381"/>
            <p14:sldId id="382"/>
            <p14:sldId id="383"/>
            <p14:sldId id="380"/>
          </p14:sldIdLst>
        </p14:section>
        <p14:section name="Anhang" id="{4EDE7FD7-A736-42AD-9FCA-E9C2F811943E}">
          <p14:sldIdLst/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964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AFAFA"/>
    <a:srgbClr val="262626"/>
    <a:srgbClr val="F3F1EF"/>
    <a:srgbClr val="45B1CB"/>
    <a:srgbClr val="2D899F"/>
    <a:srgbClr val="1F74AD"/>
    <a:srgbClr val="144D73"/>
    <a:srgbClr val="2C3E50"/>
    <a:srgbClr val="212E3C"/>
    <a:srgbClr val="1E5B6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279" autoAdjust="0"/>
    <p:restoredTop sz="96196" autoAdjust="0"/>
  </p:normalViewPr>
  <p:slideViewPr>
    <p:cSldViewPr snapToGrid="0" snapToObjects="1">
      <p:cViewPr varScale="1">
        <p:scale>
          <a:sx n="97" d="100"/>
          <a:sy n="97" d="100"/>
        </p:scale>
        <p:origin x="78" y="528"/>
      </p:cViewPr>
      <p:guideLst/>
    </p:cSldViewPr>
  </p:slideViewPr>
  <p:outlineViewPr>
    <p:cViewPr>
      <p:scale>
        <a:sx n="33" d="100"/>
        <a:sy n="33" d="100"/>
      </p:scale>
      <p:origin x="0" y="-219618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" d="1"/>
        <a:sy n="1" d="1"/>
      </p:scale>
      <p:origin x="0" y="-16188"/>
    </p:cViewPr>
  </p:sorterViewPr>
  <p:notesViewPr>
    <p:cSldViewPr snapToGrid="0" snapToObjects="1" showGuides="1">
      <p:cViewPr varScale="1">
        <p:scale>
          <a:sx n="78" d="100"/>
          <a:sy n="78" d="100"/>
        </p:scale>
        <p:origin x="3108" y="84"/>
      </p:cViewPr>
      <p:guideLst>
        <p:guide orient="horz" pos="2964"/>
        <p:guide pos="2160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notesMaster" Target="notesMasters/notesMaster1.xml"/><Relationship Id="rId18" Type="http://schemas.openxmlformats.org/officeDocument/2006/relationships/tableStyles" Target="tableStyles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presProps" Target="presProps.xml"/><Relationship Id="rId10" Type="http://schemas.openxmlformats.org/officeDocument/2006/relationships/slide" Target="slides/slide7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ußzeile"/>
          <p:cNvSpPr>
            <a:spLocks noGrp="1"/>
          </p:cNvSpPr>
          <p:nvPr>
            <p:ph type="ftr" sz="quarter" idx="2"/>
          </p:nvPr>
        </p:nvSpPr>
        <p:spPr bwMode="gray">
          <a:xfrm>
            <a:off x="0" y="8604000"/>
            <a:ext cx="5040000" cy="540000"/>
          </a:xfrm>
          <a:prstGeom prst="rect">
            <a:avLst/>
          </a:prstGeom>
        </p:spPr>
        <p:txBody>
          <a:bodyPr vert="horz" lIns="360000" tIns="0" rIns="0" bIns="18000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5" name="Foliennummer"/>
          <p:cNvSpPr>
            <a:spLocks noGrp="1"/>
          </p:cNvSpPr>
          <p:nvPr>
            <p:ph type="sldNum" sz="quarter" idx="3"/>
          </p:nvPr>
        </p:nvSpPr>
        <p:spPr bwMode="gray">
          <a:xfrm>
            <a:off x="5418000" y="8604000"/>
            <a:ext cx="1440000" cy="540000"/>
          </a:xfrm>
          <a:prstGeom prst="rect">
            <a:avLst/>
          </a:prstGeom>
        </p:spPr>
        <p:txBody>
          <a:bodyPr vert="horz" lIns="0" tIns="0" rIns="360000" bIns="180000" rtlCol="0" anchor="b"/>
          <a:lstStyle>
            <a:lvl1pPr algn="r">
              <a:defRPr sz="1200"/>
            </a:lvl1pPr>
          </a:lstStyle>
          <a:p>
            <a:fld id="{CD9C266D-9BF6-45DD-93F4-23D3D4380AFF}" type="slidenum">
              <a:rPr lang="de-DE" smtClean="0"/>
              <a:t>‹#›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bild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358775" y="431800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  <a:miter lim="800000"/>
          </a:ln>
        </p:spPr>
        <p:txBody>
          <a:bodyPr vert="horz" lIns="0" tIns="0" rIns="0" bIns="0" rtlCol="0" anchor="ctr"/>
          <a:lstStyle/>
          <a:p>
            <a:endParaRPr lang="de-DE" noProof="0" dirty="0"/>
          </a:p>
        </p:txBody>
      </p:sp>
      <p:sp>
        <p:nvSpPr>
          <p:cNvPr id="5" name="Notizen"/>
          <p:cNvSpPr>
            <a:spLocks noGrp="1"/>
          </p:cNvSpPr>
          <p:nvPr>
            <p:ph type="body" sz="quarter" idx="3"/>
          </p:nvPr>
        </p:nvSpPr>
        <p:spPr bwMode="gray">
          <a:xfrm>
            <a:off x="359999" y="4248000"/>
            <a:ext cx="6138000" cy="4068000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Fußzeile"/>
          <p:cNvSpPr>
            <a:spLocks noGrp="1"/>
          </p:cNvSpPr>
          <p:nvPr>
            <p:ph type="ftr" sz="quarter" idx="4"/>
          </p:nvPr>
        </p:nvSpPr>
        <p:spPr bwMode="gray">
          <a:xfrm>
            <a:off x="0" y="8604000"/>
            <a:ext cx="5040000" cy="540000"/>
          </a:xfrm>
          <a:prstGeom prst="rect">
            <a:avLst/>
          </a:prstGeom>
        </p:spPr>
        <p:txBody>
          <a:bodyPr vert="horz" lIns="360000" tIns="0" rIns="0" bIns="180000" rtlCol="0" anchor="b"/>
          <a:lstStyle>
            <a:lvl1pPr algn="l">
              <a:defRPr sz="1200"/>
            </a:lvl1pPr>
          </a:lstStyle>
          <a:p>
            <a:endParaRPr lang="de-DE" noProof="0" dirty="0"/>
          </a:p>
        </p:txBody>
      </p:sp>
      <p:sp>
        <p:nvSpPr>
          <p:cNvPr id="7" name="Foliennummer"/>
          <p:cNvSpPr>
            <a:spLocks noGrp="1"/>
          </p:cNvSpPr>
          <p:nvPr>
            <p:ph type="sldNum" sz="quarter" idx="5"/>
          </p:nvPr>
        </p:nvSpPr>
        <p:spPr bwMode="gray">
          <a:xfrm>
            <a:off x="5418000" y="8604000"/>
            <a:ext cx="1440000" cy="540000"/>
          </a:xfrm>
          <a:prstGeom prst="rect">
            <a:avLst/>
          </a:prstGeom>
        </p:spPr>
        <p:txBody>
          <a:bodyPr vert="horz" lIns="0" tIns="0" rIns="360000" bIns="180000" rtlCol="0" anchor="b"/>
          <a:lstStyle>
            <a:lvl1pPr algn="r">
              <a:defRPr sz="1200"/>
            </a:lvl1pPr>
          </a:lstStyle>
          <a:p>
            <a:fld id="{92DA5471-CC57-402A-9527-36A1D012F698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3.xml"/></Relationships>
</file>

<file path=ppt/slideLayouts/_rels/slideLayout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3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3.xml"/></Relationships>
</file>

<file path=ppt/slideLayouts/_rels/slideLayout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8"/>
          <p:cNvSpPr/>
          <p:nvPr userDrawn="1"/>
        </p:nvSpPr>
        <p:spPr bwMode="gray">
          <a:xfrm>
            <a:off x="-2048296" y="3028950"/>
            <a:ext cx="11029951" cy="2844800"/>
          </a:xfrm>
          <a:prstGeom prst="roundRect">
            <a:avLst>
              <a:gd name="adj" fmla="val 1774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5" y="3767352"/>
            <a:ext cx="6317999" cy="540000"/>
          </a:xfrm>
        </p:spPr>
        <p:txBody>
          <a:bodyPr/>
          <a:lstStyle>
            <a:lvl1pPr>
              <a:defRPr sz="44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grpSp>
        <p:nvGrpSpPr>
          <p:cNvPr id="24" name="Gruppieren 23"/>
          <p:cNvGrpSpPr/>
          <p:nvPr userDrawn="1"/>
        </p:nvGrpSpPr>
        <p:grpSpPr>
          <a:xfrm rot="16200000">
            <a:off x="9052317" y="512273"/>
            <a:ext cx="3426623" cy="2402084"/>
            <a:chOff x="7582680" y="1972513"/>
            <a:chExt cx="4621936" cy="3240006"/>
          </a:xfrm>
        </p:grpSpPr>
        <p:sp>
          <p:nvSpPr>
            <p:cNvPr id="16" name="Abgerundetes Rechteck 15"/>
            <p:cNvSpPr/>
            <p:nvPr userDrawn="1"/>
          </p:nvSpPr>
          <p:spPr bwMode="gray">
            <a:xfrm rot="10800000">
              <a:off x="7582680" y="4132515"/>
              <a:ext cx="3630368" cy="1079993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7" name="Träne 16"/>
            <p:cNvSpPr/>
            <p:nvPr userDrawn="1"/>
          </p:nvSpPr>
          <p:spPr bwMode="gray">
            <a:xfrm rot="5400000">
              <a:off x="9053134" y="3052600"/>
              <a:ext cx="1080000" cy="1079826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8" name="Ecken des Rechtecks auf der gleichen Seite abrunden 17"/>
            <p:cNvSpPr/>
            <p:nvPr userDrawn="1"/>
          </p:nvSpPr>
          <p:spPr bwMode="gray">
            <a:xfrm rot="5400000">
              <a:off x="9593047" y="2512513"/>
              <a:ext cx="2160000" cy="10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20" name="Freihandform 19"/>
            <p:cNvSpPr/>
            <p:nvPr userDrawn="1"/>
          </p:nvSpPr>
          <p:spPr bwMode="gray">
            <a:xfrm rot="10800000">
              <a:off x="11124613" y="3052513"/>
              <a:ext cx="1080003" cy="2160006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accent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8" name="Textfeld 7"/>
          <p:cNvSpPr txBox="1"/>
          <p:nvPr userDrawn="1"/>
        </p:nvSpPr>
        <p:spPr bwMode="gray">
          <a:xfrm>
            <a:off x="3554731" y="761238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5" y="6245042"/>
            <a:ext cx="6519175" cy="17957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/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cxnSp>
        <p:nvCxnSpPr>
          <p:cNvPr id="7" name="Straight Connector 8"/>
          <p:cNvCxnSpPr/>
          <p:nvPr userDrawn="1"/>
        </p:nvCxnSpPr>
        <p:spPr bwMode="gray">
          <a:xfrm>
            <a:off x="540000" y="5250573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6387" y="254416"/>
            <a:ext cx="2743200" cy="718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 Titel ohne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3" y="2069824"/>
            <a:ext cx="5735071" cy="1359176"/>
          </a:xfrm>
        </p:spPr>
        <p:txBody>
          <a:bodyPr/>
          <a:lstStyle>
            <a:lvl1pPr>
              <a:defRPr sz="5400" cap="all" spc="400" baseline="0"/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11" name="Freeform: Shape 8"/>
          <p:cNvSpPr/>
          <p:nvPr userDrawn="1"/>
        </p:nvSpPr>
        <p:spPr bwMode="gray">
          <a:xfrm>
            <a:off x="7932421" y="0"/>
            <a:ext cx="4259579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5" y="6245042"/>
            <a:ext cx="6519175" cy="17957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/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grpSp>
        <p:nvGrpSpPr>
          <p:cNvPr id="17" name="Gruppieren 16"/>
          <p:cNvGrpSpPr/>
          <p:nvPr userDrawn="1"/>
        </p:nvGrpSpPr>
        <p:grpSpPr>
          <a:xfrm>
            <a:off x="8589755" y="3294570"/>
            <a:ext cx="4177596" cy="3174456"/>
            <a:chOff x="8860223" y="3611128"/>
            <a:chExt cx="3866783" cy="2938277"/>
          </a:xfrm>
        </p:grpSpPr>
        <p:sp>
          <p:nvSpPr>
            <p:cNvPr id="8" name="Abgerundetes Rechteck 7"/>
            <p:cNvSpPr/>
            <p:nvPr userDrawn="1"/>
          </p:nvSpPr>
          <p:spPr bwMode="gray">
            <a:xfrm rot="10800000">
              <a:off x="8860223" y="5748716"/>
              <a:ext cx="2537455" cy="800688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Träne 8"/>
            <p:cNvSpPr/>
            <p:nvPr userDrawn="1"/>
          </p:nvSpPr>
          <p:spPr bwMode="gray">
            <a:xfrm rot="5400000">
              <a:off x="9799540" y="4948089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0" name="Ecken des Rechtecks auf der gleichen Seite abrunden 9"/>
            <p:cNvSpPr/>
            <p:nvPr userDrawn="1"/>
          </p:nvSpPr>
          <p:spPr bwMode="gray">
            <a:xfrm rot="5400000">
              <a:off x="10199822" y="4547678"/>
              <a:ext cx="1601386" cy="8006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3" name="Freihandform 12"/>
            <p:cNvSpPr/>
            <p:nvPr userDrawn="1"/>
          </p:nvSpPr>
          <p:spPr bwMode="gray">
            <a:xfrm rot="10800000">
              <a:off x="11403920" y="3611128"/>
              <a:ext cx="800695" cy="1601391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6" name="Träne 15"/>
            <p:cNvSpPr/>
            <p:nvPr userDrawn="1"/>
          </p:nvSpPr>
          <p:spPr bwMode="gray">
            <a:xfrm rot="16200000">
              <a:off x="11403815" y="5226215"/>
              <a:ext cx="1323297" cy="132308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  <p:cxnSp>
        <p:nvCxnSpPr>
          <p:cNvPr id="6" name="Straight Connector 8"/>
          <p:cNvCxnSpPr/>
          <p:nvPr userDrawn="1"/>
        </p:nvCxnSpPr>
        <p:spPr bwMode="gray">
          <a:xfrm>
            <a:off x="540000" y="4440992"/>
            <a:ext cx="144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platzhalter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538163" y="3684083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Zweite Headline</a:t>
            </a:r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538163" y="4037359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Optionaler 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 Titel ohne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/>
          <p:cNvGrpSpPr/>
          <p:nvPr userDrawn="1"/>
        </p:nvGrpSpPr>
        <p:grpSpPr>
          <a:xfrm>
            <a:off x="7806691" y="3250157"/>
            <a:ext cx="4960660" cy="3174456"/>
            <a:chOff x="8135419" y="3611128"/>
            <a:chExt cx="4591587" cy="2938277"/>
          </a:xfrm>
        </p:grpSpPr>
        <p:sp>
          <p:nvSpPr>
            <p:cNvPr id="8" name="Abgerundetes Rechteck 7"/>
            <p:cNvSpPr/>
            <p:nvPr userDrawn="1"/>
          </p:nvSpPr>
          <p:spPr bwMode="gray">
            <a:xfrm rot="10800000">
              <a:off x="8135419" y="5748716"/>
              <a:ext cx="3262258" cy="80068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Träne 8"/>
            <p:cNvSpPr/>
            <p:nvPr userDrawn="1"/>
          </p:nvSpPr>
          <p:spPr bwMode="gray">
            <a:xfrm rot="5400000">
              <a:off x="9799540" y="4948089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0" name="Ecken des Rechtecks auf der gleichen Seite abrunden 9"/>
            <p:cNvSpPr/>
            <p:nvPr userDrawn="1"/>
          </p:nvSpPr>
          <p:spPr bwMode="gray">
            <a:xfrm rot="5400000">
              <a:off x="10199822" y="4547678"/>
              <a:ext cx="1601386" cy="8006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4" name="Freihandform 13"/>
            <p:cNvSpPr/>
            <p:nvPr userDrawn="1"/>
          </p:nvSpPr>
          <p:spPr bwMode="gray">
            <a:xfrm rot="10800000">
              <a:off x="11403920" y="3611128"/>
              <a:ext cx="800695" cy="1601391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5" name="Träne 14"/>
            <p:cNvSpPr/>
            <p:nvPr userDrawn="1"/>
          </p:nvSpPr>
          <p:spPr bwMode="gray">
            <a:xfrm rot="16200000">
              <a:off x="11403815" y="5226215"/>
              <a:ext cx="1323297" cy="132308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88551" y="254658"/>
            <a:ext cx="2743200" cy="718681"/>
          </a:xfrm>
          <a:prstGeom prst="rect">
            <a:avLst/>
          </a:prstGeom>
        </p:spPr>
      </p:pic>
      <p:sp>
        <p:nvSpPr>
          <p:cNvPr id="16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3" y="2069824"/>
            <a:ext cx="5735071" cy="1359176"/>
          </a:xfrm>
        </p:spPr>
        <p:txBody>
          <a:bodyPr/>
          <a:lstStyle>
            <a:lvl1pPr>
              <a:defRPr sz="5400" cap="all" spc="400" baseline="0"/>
            </a:lvl1pPr>
          </a:lstStyle>
          <a:p>
            <a:r>
              <a:rPr lang="de-DE" noProof="0" dirty="0"/>
              <a:t>Titel Ihrer Präsentation</a:t>
            </a:r>
          </a:p>
        </p:txBody>
      </p:sp>
      <p:cxnSp>
        <p:nvCxnSpPr>
          <p:cNvPr id="17" name="Straight Connector 8"/>
          <p:cNvCxnSpPr/>
          <p:nvPr userDrawn="1"/>
        </p:nvCxnSpPr>
        <p:spPr bwMode="gray">
          <a:xfrm>
            <a:off x="540000" y="4440992"/>
            <a:ext cx="144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538163" y="3684083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Zweite Headline</a:t>
            </a:r>
          </a:p>
        </p:txBody>
      </p:sp>
      <p:sp>
        <p:nvSpPr>
          <p:cNvPr id="20" name="Textplatzhalter 5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538163" y="4037359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Optionaler 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10" name="Bildplatzhalter 9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1" y="1244140"/>
            <a:ext cx="11651467" cy="3307824"/>
          </a:xfrm>
          <a:custGeom>
            <a:avLst/>
            <a:gdLst>
              <a:gd name="connsiteX0" fmla="*/ 0 w 11655425"/>
              <a:gd name="connsiteY0" fmla="*/ 0 h 4120164"/>
              <a:gd name="connsiteX1" fmla="*/ 9595343 w 11655425"/>
              <a:gd name="connsiteY1" fmla="*/ 0 h 4120164"/>
              <a:gd name="connsiteX2" fmla="*/ 11655425 w 11655425"/>
              <a:gd name="connsiteY2" fmla="*/ 2060082 h 4120164"/>
              <a:gd name="connsiteX3" fmla="*/ 9595343 w 11655425"/>
              <a:gd name="connsiteY3" fmla="*/ 4120164 h 4120164"/>
              <a:gd name="connsiteX4" fmla="*/ 0 w 11655425"/>
              <a:gd name="connsiteY4" fmla="*/ 4120164 h 4120164"/>
              <a:gd name="connsiteX0-1" fmla="*/ 0 w 11655425"/>
              <a:gd name="connsiteY0-2" fmla="*/ 0 h 4120164"/>
              <a:gd name="connsiteX1-3" fmla="*/ 9595343 w 11655425"/>
              <a:gd name="connsiteY1-4" fmla="*/ 0 h 4120164"/>
              <a:gd name="connsiteX2-5" fmla="*/ 11655425 w 11655425"/>
              <a:gd name="connsiteY2-6" fmla="*/ 2060082 h 4120164"/>
              <a:gd name="connsiteX3-7" fmla="*/ 9595343 w 11655425"/>
              <a:gd name="connsiteY3-8" fmla="*/ 4120164 h 4120164"/>
              <a:gd name="connsiteX4-9" fmla="*/ 0 w 11655425"/>
              <a:gd name="connsiteY4-10" fmla="*/ 4120164 h 4120164"/>
              <a:gd name="connsiteX5" fmla="*/ 0 w 11655425"/>
              <a:gd name="connsiteY5" fmla="*/ 0 h 412016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" y="connsiteY5"/>
              </a:cxn>
            </a:cxnLst>
            <a:rect l="l" t="t" r="r" b="b"/>
            <a:pathLst>
              <a:path w="11655425" h="4120164">
                <a:moveTo>
                  <a:pt x="0" y="0"/>
                </a:moveTo>
                <a:lnTo>
                  <a:pt x="9595343" y="0"/>
                </a:lnTo>
                <a:cubicBezTo>
                  <a:pt x="10733095" y="0"/>
                  <a:pt x="11655425" y="648137"/>
                  <a:pt x="11655425" y="2060082"/>
                </a:cubicBezTo>
                <a:cubicBezTo>
                  <a:pt x="11655425" y="3472027"/>
                  <a:pt x="10733095" y="4120164"/>
                  <a:pt x="9595343" y="4120164"/>
                </a:cubicBezTo>
                <a:lnTo>
                  <a:pt x="0" y="4120164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903319"/>
            <a:ext cx="11112000" cy="540000"/>
          </a:xfrm>
        </p:spPr>
        <p:txBody>
          <a:bodyPr/>
          <a:lstStyle>
            <a:lvl1pPr>
              <a:defRPr sz="40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7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5495200"/>
            <a:ext cx="1111200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3" y="6220043"/>
            <a:ext cx="11110939" cy="216000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cxnSp>
        <p:nvCxnSpPr>
          <p:cNvPr id="4" name="Straight Connector 8"/>
          <p:cNvCxnSpPr/>
          <p:nvPr userDrawn="1"/>
        </p:nvCxnSpPr>
        <p:spPr bwMode="gray">
          <a:xfrm>
            <a:off x="540000" y="6026253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76248" y="26181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10" name="Bildplatzhalter 9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5" y="0"/>
            <a:ext cx="12191999" cy="4336928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903319"/>
            <a:ext cx="11112000" cy="540000"/>
          </a:xfrm>
        </p:spPr>
        <p:txBody>
          <a:bodyPr/>
          <a:lstStyle>
            <a:lvl1pPr>
              <a:defRPr sz="40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7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5495200"/>
            <a:ext cx="1111200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3" y="6220043"/>
            <a:ext cx="11110939" cy="216000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cxnSp>
        <p:nvCxnSpPr>
          <p:cNvPr id="8" name="Straight Connector 8"/>
          <p:cNvCxnSpPr/>
          <p:nvPr userDrawn="1"/>
        </p:nvCxnSpPr>
        <p:spPr bwMode="gray">
          <a:xfrm>
            <a:off x="540000" y="6026253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pieren 8"/>
          <p:cNvGrpSpPr>
            <a:grpSpLocks noChangeAspect="1"/>
          </p:cNvGrpSpPr>
          <p:nvPr userDrawn="1"/>
        </p:nvGrpSpPr>
        <p:grpSpPr>
          <a:xfrm>
            <a:off x="8765381" y="1720044"/>
            <a:ext cx="3426623" cy="2402084"/>
            <a:chOff x="7582680" y="1972513"/>
            <a:chExt cx="4621936" cy="3240006"/>
          </a:xfrm>
        </p:grpSpPr>
        <p:sp>
          <p:nvSpPr>
            <p:cNvPr id="12" name="Abgerundetes Rechteck 11"/>
            <p:cNvSpPr/>
            <p:nvPr userDrawn="1"/>
          </p:nvSpPr>
          <p:spPr bwMode="gray">
            <a:xfrm rot="10800000">
              <a:off x="7582680" y="4132515"/>
              <a:ext cx="3630368" cy="1079993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3" name="Träne 12"/>
            <p:cNvSpPr/>
            <p:nvPr userDrawn="1"/>
          </p:nvSpPr>
          <p:spPr bwMode="gray">
            <a:xfrm rot="5400000">
              <a:off x="9053134" y="3052600"/>
              <a:ext cx="1080000" cy="1079826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4" name="Ecken des Rechtecks auf der gleichen Seite abrunden 13"/>
            <p:cNvSpPr/>
            <p:nvPr userDrawn="1"/>
          </p:nvSpPr>
          <p:spPr bwMode="gray">
            <a:xfrm rot="5400000">
              <a:off x="9593047" y="2512513"/>
              <a:ext cx="2160000" cy="10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5" name="Freihandform 14"/>
            <p:cNvSpPr/>
            <p:nvPr userDrawn="1"/>
          </p:nvSpPr>
          <p:spPr bwMode="gray">
            <a:xfrm rot="10800000">
              <a:off x="11124613" y="3052513"/>
              <a:ext cx="1080003" cy="2160006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accent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381155" y="253114"/>
            <a:ext cx="2743200" cy="718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1" y="2704992"/>
            <a:ext cx="6567811" cy="1672597"/>
          </a:xfrm>
        </p:spPr>
        <p:txBody>
          <a:bodyPr anchor="ctr"/>
          <a:lstStyle>
            <a:lvl1pPr>
              <a:defRPr sz="54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15" name="Textfeld 14"/>
          <p:cNvSpPr txBox="1"/>
          <p:nvPr userDrawn="1"/>
        </p:nvSpPr>
        <p:spPr bwMode="gray">
          <a:xfrm>
            <a:off x="-952107" y="34219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17" name="Textfeld 16"/>
          <p:cNvSpPr txBox="1"/>
          <p:nvPr userDrawn="1"/>
        </p:nvSpPr>
        <p:spPr bwMode="gray">
          <a:xfrm>
            <a:off x="3026004" y="-70701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grpSp>
        <p:nvGrpSpPr>
          <p:cNvPr id="21" name="Gruppieren 20"/>
          <p:cNvGrpSpPr/>
          <p:nvPr userDrawn="1"/>
        </p:nvGrpSpPr>
        <p:grpSpPr>
          <a:xfrm>
            <a:off x="-1590" y="-5"/>
            <a:ext cx="2984900" cy="1979629"/>
            <a:chOff x="-1590" y="-5"/>
            <a:chExt cx="2984900" cy="1979629"/>
          </a:xfrm>
        </p:grpSpPr>
        <p:sp>
          <p:nvSpPr>
            <p:cNvPr id="20" name="Rechteck 19"/>
            <p:cNvSpPr/>
            <p:nvPr userDrawn="1"/>
          </p:nvSpPr>
          <p:spPr bwMode="gray">
            <a:xfrm rot="10800000">
              <a:off x="961532" y="-3"/>
              <a:ext cx="1508289" cy="100473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8" name="Träne 17"/>
            <p:cNvSpPr/>
            <p:nvPr userDrawn="1"/>
          </p:nvSpPr>
          <p:spPr bwMode="gray">
            <a:xfrm rot="10800000">
              <a:off x="1978410" y="-2"/>
              <a:ext cx="1004900" cy="1004738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9" name="Oval 18"/>
            <p:cNvSpPr/>
            <p:nvPr userDrawn="1"/>
          </p:nvSpPr>
          <p:spPr bwMode="gray">
            <a:xfrm rot="10800000">
              <a:off x="-1590" y="-5"/>
              <a:ext cx="1980000" cy="197962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22" name="Ecken des Rechtecks auf der gleichen Seite abrunden 21"/>
          <p:cNvSpPr/>
          <p:nvPr userDrawn="1"/>
        </p:nvSpPr>
        <p:spPr bwMode="gray">
          <a:xfrm rot="5400000">
            <a:off x="5915334" y="507081"/>
            <a:ext cx="1963393" cy="981697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3" name="Freihandform 22"/>
          <p:cNvSpPr/>
          <p:nvPr userDrawn="1"/>
        </p:nvSpPr>
        <p:spPr bwMode="gray">
          <a:xfrm rot="10800000">
            <a:off x="5924928" y="999987"/>
            <a:ext cx="489821" cy="979643"/>
          </a:xfrm>
          <a:custGeom>
            <a:avLst/>
            <a:gdLst>
              <a:gd name="connsiteX0" fmla="*/ 0 w 540000"/>
              <a:gd name="connsiteY0" fmla="*/ 0 h 1080000"/>
              <a:gd name="connsiteX1" fmla="*/ 540000 w 540000"/>
              <a:gd name="connsiteY1" fmla="*/ 540000 h 1080000"/>
              <a:gd name="connsiteX2" fmla="*/ 0 w 540000"/>
              <a:gd name="connsiteY2" fmla="*/ 1080000 h 10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0000" h="1080000">
                <a:moveTo>
                  <a:pt x="0" y="0"/>
                </a:moveTo>
                <a:cubicBezTo>
                  <a:pt x="298234" y="0"/>
                  <a:pt x="540000" y="241766"/>
                  <a:pt x="540000" y="540000"/>
                </a:cubicBezTo>
                <a:cubicBezTo>
                  <a:pt x="540000" y="838234"/>
                  <a:pt x="298234" y="1080000"/>
                  <a:pt x="0" y="108000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4" name="Abgerundetes Rechteck 23"/>
          <p:cNvSpPr/>
          <p:nvPr userDrawn="1"/>
        </p:nvSpPr>
        <p:spPr bwMode="gray">
          <a:xfrm rot="10800000">
            <a:off x="7387875" y="999985"/>
            <a:ext cx="3123012" cy="979643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5" name="Freihandform 24"/>
          <p:cNvSpPr/>
          <p:nvPr userDrawn="1"/>
        </p:nvSpPr>
        <p:spPr bwMode="gray">
          <a:xfrm rot="5400000">
            <a:off x="8032720" y="-496084"/>
            <a:ext cx="1012131" cy="1980000"/>
          </a:xfrm>
          <a:custGeom>
            <a:avLst/>
            <a:gdLst>
              <a:gd name="connsiteX0" fmla="*/ 0 w 540000"/>
              <a:gd name="connsiteY0" fmla="*/ 0 h 1080000"/>
              <a:gd name="connsiteX1" fmla="*/ 540000 w 540000"/>
              <a:gd name="connsiteY1" fmla="*/ 540000 h 1080000"/>
              <a:gd name="connsiteX2" fmla="*/ 0 w 540000"/>
              <a:gd name="connsiteY2" fmla="*/ 1080000 h 10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0000" h="1080000">
                <a:moveTo>
                  <a:pt x="0" y="0"/>
                </a:moveTo>
                <a:cubicBezTo>
                  <a:pt x="298234" y="0"/>
                  <a:pt x="540000" y="241766"/>
                  <a:pt x="540000" y="540000"/>
                </a:cubicBezTo>
                <a:cubicBezTo>
                  <a:pt x="540000" y="838234"/>
                  <a:pt x="298234" y="1080000"/>
                  <a:pt x="0" y="1080000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6" name="Ecken des Rechtecks auf der gleichen Seite abrunden 25"/>
          <p:cNvSpPr/>
          <p:nvPr userDrawn="1"/>
        </p:nvSpPr>
        <p:spPr bwMode="gray">
          <a:xfrm rot="10800000">
            <a:off x="9529189" y="-12151"/>
            <a:ext cx="3678099" cy="101168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grpSp>
        <p:nvGrpSpPr>
          <p:cNvPr id="27" name="Gruppieren 26"/>
          <p:cNvGrpSpPr/>
          <p:nvPr userDrawn="1"/>
        </p:nvGrpSpPr>
        <p:grpSpPr>
          <a:xfrm flipH="1">
            <a:off x="9205511" y="1991779"/>
            <a:ext cx="2984900" cy="1979629"/>
            <a:chOff x="-1590" y="-5"/>
            <a:chExt cx="2984900" cy="1979629"/>
          </a:xfrm>
        </p:grpSpPr>
        <p:sp>
          <p:nvSpPr>
            <p:cNvPr id="28" name="Rechteck 27"/>
            <p:cNvSpPr/>
            <p:nvPr userDrawn="1"/>
          </p:nvSpPr>
          <p:spPr bwMode="gray">
            <a:xfrm rot="10800000">
              <a:off x="961532" y="-3"/>
              <a:ext cx="1508289" cy="100473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29" name="Träne 28"/>
            <p:cNvSpPr/>
            <p:nvPr userDrawn="1"/>
          </p:nvSpPr>
          <p:spPr bwMode="gray">
            <a:xfrm rot="10800000">
              <a:off x="1978410" y="-2"/>
              <a:ext cx="1004900" cy="1004738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30" name="Oval 29"/>
            <p:cNvSpPr/>
            <p:nvPr userDrawn="1"/>
          </p:nvSpPr>
          <p:spPr bwMode="gray">
            <a:xfrm rot="10800000">
              <a:off x="-1590" y="-5"/>
              <a:ext cx="1980000" cy="197962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33" name="Freihandform 32"/>
          <p:cNvSpPr/>
          <p:nvPr userDrawn="1"/>
        </p:nvSpPr>
        <p:spPr bwMode="gray">
          <a:xfrm>
            <a:off x="5935088" y="4516176"/>
            <a:ext cx="3123013" cy="979644"/>
          </a:xfrm>
          <a:custGeom>
            <a:avLst/>
            <a:gdLst>
              <a:gd name="connsiteX0" fmla="*/ 489823 w 3123013"/>
              <a:gd name="connsiteY0" fmla="*/ 0 h 979644"/>
              <a:gd name="connsiteX1" fmla="*/ 2633191 w 3123013"/>
              <a:gd name="connsiteY1" fmla="*/ 1 h 979644"/>
              <a:gd name="connsiteX2" fmla="*/ 2637576 w 3123013"/>
              <a:gd name="connsiteY2" fmla="*/ 443 h 979644"/>
              <a:gd name="connsiteX3" fmla="*/ 3123013 w 3123013"/>
              <a:gd name="connsiteY3" fmla="*/ 443 h 979644"/>
              <a:gd name="connsiteX4" fmla="*/ 3123013 w 3123013"/>
              <a:gd name="connsiteY4" fmla="*/ 489822 h 979644"/>
              <a:gd name="connsiteX5" fmla="*/ 3123013 w 3123013"/>
              <a:gd name="connsiteY5" fmla="*/ 489823 h 979644"/>
              <a:gd name="connsiteX6" fmla="*/ 3123013 w 3123013"/>
              <a:gd name="connsiteY6" fmla="*/ 490043 h 979644"/>
              <a:gd name="connsiteX7" fmla="*/ 2633413 w 3123013"/>
              <a:gd name="connsiteY7" fmla="*/ 979643 h 979644"/>
              <a:gd name="connsiteX8" fmla="*/ 2633307 w 3123013"/>
              <a:gd name="connsiteY8" fmla="*/ 979633 h 979644"/>
              <a:gd name="connsiteX9" fmla="*/ 2633191 w 3123013"/>
              <a:gd name="connsiteY9" fmla="*/ 979644 h 979644"/>
              <a:gd name="connsiteX10" fmla="*/ 489822 w 3123013"/>
              <a:gd name="connsiteY10" fmla="*/ 979644 h 979644"/>
              <a:gd name="connsiteX11" fmla="*/ 0 w 3123013"/>
              <a:gd name="connsiteY11" fmla="*/ 489822 h 979644"/>
              <a:gd name="connsiteX12" fmla="*/ 1 w 3123013"/>
              <a:gd name="connsiteY12" fmla="*/ 489822 h 979644"/>
              <a:gd name="connsiteX13" fmla="*/ 489823 w 3123013"/>
              <a:gd name="connsiteY13" fmla="*/ 0 h 97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123013" h="979644">
                <a:moveTo>
                  <a:pt x="489823" y="0"/>
                </a:moveTo>
                <a:lnTo>
                  <a:pt x="2633191" y="1"/>
                </a:lnTo>
                <a:lnTo>
                  <a:pt x="2637576" y="443"/>
                </a:lnTo>
                <a:lnTo>
                  <a:pt x="3123013" y="443"/>
                </a:lnTo>
                <a:lnTo>
                  <a:pt x="3123013" y="489822"/>
                </a:lnTo>
                <a:lnTo>
                  <a:pt x="3123013" y="489823"/>
                </a:lnTo>
                <a:lnTo>
                  <a:pt x="3123013" y="490043"/>
                </a:lnTo>
                <a:cubicBezTo>
                  <a:pt x="3123013" y="760442"/>
                  <a:pt x="2903812" y="979643"/>
                  <a:pt x="2633413" y="979643"/>
                </a:cubicBezTo>
                <a:lnTo>
                  <a:pt x="2633307" y="979633"/>
                </a:lnTo>
                <a:lnTo>
                  <a:pt x="2633191" y="979644"/>
                </a:lnTo>
                <a:lnTo>
                  <a:pt x="489822" y="979644"/>
                </a:lnTo>
                <a:cubicBezTo>
                  <a:pt x="219301" y="979644"/>
                  <a:pt x="0" y="760343"/>
                  <a:pt x="0" y="489822"/>
                </a:cubicBezTo>
                <a:lnTo>
                  <a:pt x="1" y="489822"/>
                </a:lnTo>
                <a:cubicBezTo>
                  <a:pt x="1" y="219301"/>
                  <a:pt x="219302" y="0"/>
                  <a:pt x="489823" y="0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34" name="Ecken des Rechtecks auf der gleichen Seite abrunden 33"/>
          <p:cNvSpPr/>
          <p:nvPr userDrawn="1"/>
        </p:nvSpPr>
        <p:spPr bwMode="gray">
          <a:xfrm rot="16200000">
            <a:off x="10350212" y="4662708"/>
            <a:ext cx="2520944" cy="1162639"/>
          </a:xfrm>
          <a:prstGeom prst="round2SameRect">
            <a:avLst>
              <a:gd name="adj1" fmla="val 38265"/>
              <a:gd name="adj2" fmla="val 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35" name="Oval 34"/>
          <p:cNvSpPr/>
          <p:nvPr userDrawn="1"/>
        </p:nvSpPr>
        <p:spPr bwMode="gray">
          <a:xfrm rot="10800000" flipH="1">
            <a:off x="9058729" y="3596891"/>
            <a:ext cx="1980000" cy="197962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6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35375" y="193604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5" name="Textplatzhalt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35375" y="3278903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35375" y="462177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 rot="5400000">
            <a:off x="1445843" y="232569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13"/>
          <p:cNvSpPr>
            <a:spLocks noGrp="1"/>
          </p:cNvSpPr>
          <p:nvPr>
            <p:ph type="body" sz="quarter" idx="23" hasCustomPrompt="1"/>
          </p:nvPr>
        </p:nvSpPr>
        <p:spPr bwMode="gray">
          <a:xfrm rot="5400000">
            <a:off x="1445843" y="3668556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13"/>
          <p:cNvSpPr>
            <a:spLocks noGrp="1"/>
          </p:cNvSpPr>
          <p:nvPr>
            <p:ph type="body" sz="quarter" idx="24" hasCustomPrompt="1"/>
          </p:nvPr>
        </p:nvSpPr>
        <p:spPr bwMode="gray">
          <a:xfrm rot="5400000">
            <a:off x="1445843" y="501142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2014275" y="1936404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2014275" y="3279829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Textplatzhalter 17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2014275" y="4622697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3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573101" y="193604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2" name="Textplatzhalter 3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573101" y="3278903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3" name="Textplatzhalter 3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573101" y="462177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4" name="Textplatzhalter 13"/>
          <p:cNvSpPr>
            <a:spLocks noGrp="1"/>
          </p:cNvSpPr>
          <p:nvPr>
            <p:ph type="body" sz="quarter" idx="31" hasCustomPrompt="1"/>
          </p:nvPr>
        </p:nvSpPr>
        <p:spPr bwMode="gray">
          <a:xfrm rot="5400000">
            <a:off x="7483568" y="232569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5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 rot="5400000">
            <a:off x="7483568" y="3668556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6" name="Textplatzhalter 13"/>
          <p:cNvSpPr>
            <a:spLocks noGrp="1"/>
          </p:cNvSpPr>
          <p:nvPr>
            <p:ph type="body" sz="quarter" idx="33" hasCustomPrompt="1"/>
          </p:nvPr>
        </p:nvSpPr>
        <p:spPr bwMode="gray">
          <a:xfrm rot="5400000">
            <a:off x="7483568" y="501142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052000" y="1936404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8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8052000" y="3279829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8052000" y="4622697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Textfeld 1"/>
          <p:cNvSpPr txBox="1"/>
          <p:nvPr userDrawn="1"/>
        </p:nvSpPr>
        <p:spPr bwMode="gray">
          <a:xfrm>
            <a:off x="2555913" y="969484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dirty="0" err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0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3" y="1640889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5" name="Textplatzhalt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40003" y="2566283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40003" y="3491677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 rot="5400000">
            <a:off x="1281191" y="1983299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13"/>
          <p:cNvSpPr>
            <a:spLocks noGrp="1"/>
          </p:cNvSpPr>
          <p:nvPr>
            <p:ph type="body" sz="quarter" idx="23" hasCustomPrompt="1"/>
          </p:nvPr>
        </p:nvSpPr>
        <p:spPr bwMode="gray">
          <a:xfrm rot="5400000">
            <a:off x="1281191" y="2908707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13"/>
          <p:cNvSpPr>
            <a:spLocks noGrp="1"/>
          </p:cNvSpPr>
          <p:nvPr>
            <p:ph type="body" sz="quarter" idx="24" hasCustomPrompt="1"/>
          </p:nvPr>
        </p:nvSpPr>
        <p:spPr bwMode="gray">
          <a:xfrm rot="5400000">
            <a:off x="1281191" y="3834115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1813623" y="1641305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1813623" y="2566792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Textplatzhalter 17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1813623" y="3492324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3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703733" y="1640889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2" name="Textplatzhalter 3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703733" y="2566297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3" name="Textplatzhalter 3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703733" y="3491705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4" name="Textplatzhalter 13"/>
          <p:cNvSpPr>
            <a:spLocks noGrp="1"/>
          </p:cNvSpPr>
          <p:nvPr>
            <p:ph type="body" sz="quarter" idx="31" hasCustomPrompt="1"/>
          </p:nvPr>
        </p:nvSpPr>
        <p:spPr bwMode="gray">
          <a:xfrm rot="5400000">
            <a:off x="7444920" y="1983299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5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 rot="5400000">
            <a:off x="7444920" y="2908707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6" name="Textplatzhalter 13"/>
          <p:cNvSpPr>
            <a:spLocks noGrp="1"/>
          </p:cNvSpPr>
          <p:nvPr>
            <p:ph type="body" sz="quarter" idx="33" hasCustomPrompt="1"/>
          </p:nvPr>
        </p:nvSpPr>
        <p:spPr bwMode="gray">
          <a:xfrm rot="5400000">
            <a:off x="7444920" y="3834115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7977352" y="1641305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8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7977352" y="2566828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7977352" y="3492345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Textplatzhalter 3"/>
          <p:cNvSpPr>
            <a:spLocks noGrp="1"/>
          </p:cNvSpPr>
          <p:nvPr>
            <p:ph type="body" sz="quarter" idx="37" hasCustomPrompt="1"/>
          </p:nvPr>
        </p:nvSpPr>
        <p:spPr bwMode="gray">
          <a:xfrm>
            <a:off x="540003" y="4417071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6" name="Textplatzhalter 13"/>
          <p:cNvSpPr>
            <a:spLocks noGrp="1"/>
          </p:cNvSpPr>
          <p:nvPr>
            <p:ph type="body" sz="quarter" idx="38" hasCustomPrompt="1"/>
          </p:nvPr>
        </p:nvSpPr>
        <p:spPr bwMode="gray">
          <a:xfrm rot="5400000">
            <a:off x="1281191" y="4759523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17"/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1813623" y="4417862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7" name="Textplatzhalter 3"/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6703733" y="4417113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30" name="Textplatzhalter 13"/>
          <p:cNvSpPr>
            <a:spLocks noGrp="1"/>
          </p:cNvSpPr>
          <p:nvPr>
            <p:ph type="body" sz="quarter" idx="41" hasCustomPrompt="1"/>
          </p:nvPr>
        </p:nvSpPr>
        <p:spPr bwMode="gray">
          <a:xfrm rot="5400000">
            <a:off x="7444920" y="4759523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1" name="Textplatzhalter 17"/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7977352" y="4417874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2" name="Textplatzhalter 3"/>
          <p:cNvSpPr>
            <a:spLocks noGrp="1"/>
          </p:cNvSpPr>
          <p:nvPr>
            <p:ph type="body" sz="quarter" idx="43" hasCustomPrompt="1"/>
          </p:nvPr>
        </p:nvSpPr>
        <p:spPr bwMode="gray">
          <a:xfrm>
            <a:off x="540003" y="5342520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33" name="Textplatzhalter 13"/>
          <p:cNvSpPr>
            <a:spLocks noGrp="1"/>
          </p:cNvSpPr>
          <p:nvPr>
            <p:ph type="body" sz="quarter" idx="44" hasCustomPrompt="1"/>
          </p:nvPr>
        </p:nvSpPr>
        <p:spPr bwMode="gray">
          <a:xfrm rot="5400000">
            <a:off x="1281191" y="5684930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4" name="Textplatzhalter 17"/>
          <p:cNvSpPr>
            <a:spLocks noGrp="1"/>
          </p:cNvSpPr>
          <p:nvPr>
            <p:ph type="body" sz="quarter" idx="45" hasCustomPrompt="1"/>
          </p:nvPr>
        </p:nvSpPr>
        <p:spPr bwMode="gray">
          <a:xfrm>
            <a:off x="1813623" y="5342936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5" name="Textplatzhalter 3"/>
          <p:cNvSpPr>
            <a:spLocks noGrp="1"/>
          </p:cNvSpPr>
          <p:nvPr>
            <p:ph type="body" sz="quarter" idx="46" hasCustomPrompt="1"/>
          </p:nvPr>
        </p:nvSpPr>
        <p:spPr bwMode="gray">
          <a:xfrm>
            <a:off x="6703733" y="5342520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36" name="Textplatzhalter 13"/>
          <p:cNvSpPr>
            <a:spLocks noGrp="1"/>
          </p:cNvSpPr>
          <p:nvPr>
            <p:ph type="body" sz="quarter" idx="47" hasCustomPrompt="1"/>
          </p:nvPr>
        </p:nvSpPr>
        <p:spPr bwMode="gray">
          <a:xfrm rot="5400000">
            <a:off x="7444920" y="5684930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7" name="Textplatzhalter 17"/>
          <p:cNvSpPr>
            <a:spLocks noGrp="1"/>
          </p:cNvSpPr>
          <p:nvPr>
            <p:ph type="body" sz="quarter" idx="48" hasCustomPrompt="1"/>
          </p:nvPr>
        </p:nvSpPr>
        <p:spPr bwMode="gray">
          <a:xfrm>
            <a:off x="7977352" y="5343398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0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s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6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Basis_1HL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cxnSp>
        <p:nvCxnSpPr>
          <p:cNvPr id="5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11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_Basis_ohneFusszeil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7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Spalte Inhalt_1HL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cxnSp>
        <p:nvCxnSpPr>
          <p:cNvPr id="2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hteck 2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13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Basis 1HL_ohneFusszeil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Rechteck 2"/>
          <p:cNvSpPr/>
          <p:nvPr userDrawn="1"/>
        </p:nvSpPr>
        <p:spPr bwMode="gray">
          <a:xfrm>
            <a:off x="400693" y="1191802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cxnSp>
        <p:nvCxnSpPr>
          <p:cNvPr id="8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10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Inhal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6252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5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Zita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6276000" y="1343027"/>
            <a:ext cx="5916000" cy="4965521"/>
          </a:xfrm>
          <a:prstGeom prst="roundRect">
            <a:avLst>
              <a:gd name="adj" fmla="val 9301"/>
            </a:avLst>
          </a:prstGeom>
          <a:solidFill>
            <a:schemeClr val="accent1"/>
          </a:solidFill>
        </p:spPr>
        <p:txBody>
          <a:bodyPr wrap="square" lIns="720000" tIns="360000" rIns="720000" bIns="360000" anchor="ctr" anchorCtr="0">
            <a:noAutofit/>
          </a:bodyPr>
          <a:lstStyle>
            <a:lvl1pPr marL="0" indent="0">
              <a:lnSpc>
                <a:spcPct val="900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Textplatzhalter 5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2" y="6020548"/>
            <a:ext cx="5400001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alten Inhal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4332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9" hasCustomPrompt="1"/>
          </p:nvPr>
        </p:nvSpPr>
        <p:spPr bwMode="gray">
          <a:xfrm>
            <a:off x="8124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extplatzhalter 5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0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Inhalt 1/3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4" y="1728000"/>
            <a:ext cx="7320001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8124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extplatzhalter 5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/2 Zeilen Inhalt 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23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6252000" y="1728000"/>
            <a:ext cx="5400000" cy="23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5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10" name="Inhaltsplatzhalter 5"/>
          <p:cNvSpPr>
            <a:spLocks noGrp="1"/>
          </p:cNvSpPr>
          <p:nvPr>
            <p:ph sz="quarter" idx="21" hasCustomPrompt="1"/>
          </p:nvPr>
        </p:nvSpPr>
        <p:spPr bwMode="gray">
          <a:xfrm>
            <a:off x="540000" y="4346081"/>
            <a:ext cx="5400000" cy="1521925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Inhaltsplatzhalter 5"/>
          <p:cNvSpPr>
            <a:spLocks noGrp="1"/>
          </p:cNvSpPr>
          <p:nvPr>
            <p:ph sz="quarter" idx="22" hasCustomPrompt="1"/>
          </p:nvPr>
        </p:nvSpPr>
        <p:spPr bwMode="gray">
          <a:xfrm>
            <a:off x="6252000" y="4346081"/>
            <a:ext cx="5400000" cy="1521925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2" y="6020548"/>
            <a:ext cx="11112001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2" y="1728000"/>
            <a:ext cx="7320001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8124000" y="1341679"/>
            <a:ext cx="4068000" cy="4526327"/>
          </a:xfrm>
          <a:prstGeom prst="round2DiagRect">
            <a:avLst>
              <a:gd name="adj1" fmla="val 11048"/>
              <a:gd name="adj2" fmla="val 0"/>
            </a:avLst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124001" y="5183307"/>
            <a:ext cx="4068000" cy="684694"/>
          </a:xfrm>
          <a:solidFill>
            <a:schemeClr val="bg1">
              <a:alpha val="62772"/>
            </a:schemeClr>
          </a:solidFill>
        </p:spPr>
        <p:txBody>
          <a:bodyPr wrap="square" lIns="180000" tIns="180000" rIns="180000" bIns="180000" anchor="b" anchorCtr="0">
            <a:spAutoFit/>
          </a:bodyPr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Bildbeschreibung</a:t>
            </a:r>
          </a:p>
        </p:txBody>
      </p:sp>
      <p:sp>
        <p:nvSpPr>
          <p:cNvPr id="11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4" y="0"/>
            <a:ext cx="5940001" cy="6858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0" y="1728000"/>
            <a:ext cx="5400000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1" y="1728000"/>
            <a:ext cx="3233779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760399" y="1728000"/>
            <a:ext cx="4891604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3" name="Bildplatzhalter 4"/>
          <p:cNvSpPr>
            <a:spLocks noGrp="1" noChangeAspect="1"/>
          </p:cNvSpPr>
          <p:nvPr>
            <p:ph type="pic" sz="quarter" idx="19" hasCustomPrompt="1"/>
          </p:nvPr>
        </p:nvSpPr>
        <p:spPr bwMode="gray">
          <a:xfrm>
            <a:off x="3941171" y="1728000"/>
            <a:ext cx="2651839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6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2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 + Bild_1HL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0" y="1728000"/>
            <a:ext cx="5400000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cxnSp>
        <p:nvCxnSpPr>
          <p:cNvPr id="3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13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 Inhalt + Bild_ohneFusszeil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0" y="1728000"/>
            <a:ext cx="5400000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2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7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8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11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 + Bilder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1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7999"/>
            <a:ext cx="3936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9" hasCustomPrompt="1"/>
          </p:nvPr>
        </p:nvSpPr>
        <p:spPr bwMode="gray">
          <a:xfrm>
            <a:off x="4128000" y="1727999"/>
            <a:ext cx="3936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6" name="Bildplatzhalter 5"/>
          <p:cNvSpPr>
            <a:spLocks noGrp="1" noChangeAspect="1"/>
          </p:cNvSpPr>
          <p:nvPr>
            <p:ph type="pic" sz="quarter" idx="20" hasCustomPrompt="1"/>
          </p:nvPr>
        </p:nvSpPr>
        <p:spPr bwMode="gray">
          <a:xfrm>
            <a:off x="8256000" y="1727999"/>
            <a:ext cx="3936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0" name="Inhaltsplatzhalter 9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4722296"/>
            <a:ext cx="11112000" cy="1145704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2" name="Rectangle 23"/>
          <p:cNvSpPr/>
          <p:nvPr userDrawn="1"/>
        </p:nvSpPr>
        <p:spPr bwMode="gray">
          <a:xfrm>
            <a:off x="538166" y="4232201"/>
            <a:ext cx="11117263" cy="2657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1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7999"/>
            <a:ext cx="12192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2" name="Rectangle 23"/>
          <p:cNvSpPr/>
          <p:nvPr userDrawn="1"/>
        </p:nvSpPr>
        <p:spPr bwMode="gray">
          <a:xfrm>
            <a:off x="540004" y="4232201"/>
            <a:ext cx="11115425" cy="2657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1" name="Inhaltsplatzhalter 9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4722296"/>
            <a:ext cx="11112000" cy="1145704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5184405"/>
            <a:ext cx="11112000" cy="1145704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7999"/>
            <a:ext cx="12192000" cy="3376886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2" name="Rectangle 23"/>
          <p:cNvSpPr/>
          <p:nvPr userDrawn="1"/>
        </p:nvSpPr>
        <p:spPr bwMode="gray">
          <a:xfrm>
            <a:off x="540004" y="4839185"/>
            <a:ext cx="11115425" cy="2657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1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8000"/>
            <a:ext cx="1219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59104"/>
            <a:ext cx="3349981" cy="3877792"/>
          </a:xfrm>
          <a:prstGeom prst="roundRect">
            <a:avLst>
              <a:gd name="adj" fmla="val 6772"/>
            </a:avLst>
          </a:prstGeom>
          <a:solidFill>
            <a:schemeClr val="accent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bg1"/>
              </a:buCl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0"/>
            <a:ext cx="12192000" cy="5868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59104"/>
            <a:ext cx="3349981" cy="3877792"/>
          </a:xfrm>
          <a:prstGeom prst="roundRect">
            <a:avLst>
              <a:gd name="adj" fmla="val 6772"/>
            </a:avLst>
          </a:prstGeom>
          <a:solidFill>
            <a:schemeClr val="accent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bg1"/>
              </a:buCl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Textfeld 2"/>
          <p:cNvSpPr txBox="1"/>
          <p:nvPr userDrawn="1"/>
        </p:nvSpPr>
        <p:spPr bwMode="gray">
          <a:xfrm>
            <a:off x="9575515" y="68836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59104"/>
            <a:ext cx="3349981" cy="3877792"/>
          </a:xfrm>
          <a:prstGeom prst="roundRect">
            <a:avLst>
              <a:gd name="adj" fmla="val 6772"/>
            </a:avLst>
          </a:prstGeom>
          <a:solidFill>
            <a:schemeClr val="accent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bg1"/>
              </a:buCl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Textfeld 2"/>
          <p:cNvSpPr txBox="1"/>
          <p:nvPr userDrawn="1"/>
        </p:nvSpPr>
        <p:spPr bwMode="gray">
          <a:xfrm>
            <a:off x="9575515" y="68836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6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7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8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8000"/>
            <a:ext cx="1219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40230"/>
            <a:ext cx="3349981" cy="3896666"/>
          </a:xfrm>
          <a:prstGeom prst="roundRect">
            <a:avLst>
              <a:gd name="adj" fmla="val 9502"/>
            </a:avLst>
          </a:prstGeom>
          <a:solidFill>
            <a:schemeClr val="bg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accent1"/>
              </a:buClr>
              <a:defRPr sz="16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11" name="Bildplatzhalter 3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52000" y="1287552"/>
            <a:ext cx="5400000" cy="2160000"/>
          </a:xfrm>
          <a:prstGeom prst="round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252000" y="3708000"/>
            <a:ext cx="5400000" cy="2160000"/>
          </a:xfrm>
          <a:prstGeom prst="round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540000" y="1255589"/>
            <a:ext cx="5400000" cy="4580444"/>
          </a:xfrm>
          <a:prstGeom prst="roundRect">
            <a:avLst>
              <a:gd name="adj" fmla="val 7684"/>
            </a:avLst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40000" y="5183308"/>
            <a:ext cx="5400000" cy="684694"/>
          </a:xfrm>
          <a:solidFill>
            <a:schemeClr val="bg1">
              <a:alpha val="90000"/>
            </a:schemeClr>
          </a:solidFill>
        </p:spPr>
        <p:txBody>
          <a:bodyPr wrap="square" lIns="180000" tIns="180000" rIns="180000" bIns="180000" anchor="b" anchorCtr="0">
            <a:spAutoFit/>
          </a:bodyPr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Bildbeschreibung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lken + Inhal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1126997" y="1837821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1126997" y="2083134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4991367" y="1948277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2" name="Textplatzhalter 17"/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1126997" y="2560565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1126997" y="2805878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17"/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4991367" y="2671021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7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1126997" y="3283309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1126997" y="3528622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37" hasCustomPrompt="1"/>
          </p:nvPr>
        </p:nvSpPr>
        <p:spPr bwMode="gray">
          <a:xfrm>
            <a:off x="4991367" y="3393765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17"/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1126997" y="4006053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2" name="Textplatzhalter 13"/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1126997" y="4251366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3" name="Textplatzhalter 17"/>
          <p:cNvSpPr>
            <a:spLocks noGrp="1"/>
          </p:cNvSpPr>
          <p:nvPr>
            <p:ph type="body" sz="quarter" idx="41" hasCustomPrompt="1"/>
          </p:nvPr>
        </p:nvSpPr>
        <p:spPr bwMode="gray">
          <a:xfrm>
            <a:off x="4991367" y="4116509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17"/>
          <p:cNvSpPr>
            <a:spLocks noGrp="1"/>
          </p:cNvSpPr>
          <p:nvPr>
            <p:ph type="body" sz="quarter" idx="43" hasCustomPrompt="1"/>
          </p:nvPr>
        </p:nvSpPr>
        <p:spPr bwMode="gray">
          <a:xfrm>
            <a:off x="1126997" y="4728797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6" name="Textplatzhalter 13"/>
          <p:cNvSpPr>
            <a:spLocks noGrp="1"/>
          </p:cNvSpPr>
          <p:nvPr>
            <p:ph type="body" sz="quarter" idx="44" hasCustomPrompt="1"/>
          </p:nvPr>
        </p:nvSpPr>
        <p:spPr bwMode="gray">
          <a:xfrm>
            <a:off x="1126997" y="4974110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45" hasCustomPrompt="1"/>
          </p:nvPr>
        </p:nvSpPr>
        <p:spPr bwMode="gray">
          <a:xfrm>
            <a:off x="4991367" y="4839253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47" hasCustomPrompt="1"/>
          </p:nvPr>
        </p:nvSpPr>
        <p:spPr bwMode="gray">
          <a:xfrm>
            <a:off x="1126997" y="5451543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0" name="Textplatzhalter 13"/>
          <p:cNvSpPr>
            <a:spLocks noGrp="1"/>
          </p:cNvSpPr>
          <p:nvPr>
            <p:ph type="body" sz="quarter" idx="48" hasCustomPrompt="1"/>
          </p:nvPr>
        </p:nvSpPr>
        <p:spPr bwMode="gray">
          <a:xfrm>
            <a:off x="1126997" y="5696856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1" name="Textplatzhalter 17"/>
          <p:cNvSpPr>
            <a:spLocks noGrp="1"/>
          </p:cNvSpPr>
          <p:nvPr>
            <p:ph type="body" sz="quarter" idx="49" hasCustomPrompt="1"/>
          </p:nvPr>
        </p:nvSpPr>
        <p:spPr bwMode="gray">
          <a:xfrm>
            <a:off x="4991367" y="5561999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3" name="Inhaltsplatzhalter 5"/>
          <p:cNvSpPr>
            <a:spLocks noGrp="1"/>
          </p:cNvSpPr>
          <p:nvPr>
            <p:ph sz="quarter" idx="50" hasCustomPrompt="1"/>
          </p:nvPr>
        </p:nvSpPr>
        <p:spPr bwMode="gray">
          <a:xfrm>
            <a:off x="6576000" y="3895883"/>
            <a:ext cx="5076000" cy="1972118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lken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6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538167" y="1847527"/>
            <a:ext cx="4183127" cy="3638841"/>
          </a:xfrm>
          <a:prstGeom prst="round2DiagRect">
            <a:avLst>
              <a:gd name="adj1" fmla="val 0"/>
              <a:gd name="adj2" fmla="val 14135"/>
            </a:avLst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0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5322707" y="2502995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5322707" y="2748308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10659551" y="2613451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4" name="Textplatzhalter 17"/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5322707" y="3225739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5322707" y="3471052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17"/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10659551" y="3336195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7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5322707" y="3948483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5322707" y="4193796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37" hasCustomPrompt="1"/>
          </p:nvPr>
        </p:nvSpPr>
        <p:spPr bwMode="gray">
          <a:xfrm>
            <a:off x="10659551" y="4058939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0" name="Textplatzhalter 17"/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5322707" y="4671227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13"/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5322707" y="4916540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2" name="Textplatzhalter 17"/>
          <p:cNvSpPr>
            <a:spLocks noGrp="1"/>
          </p:cNvSpPr>
          <p:nvPr>
            <p:ph type="body" sz="quarter" idx="41" hasCustomPrompt="1"/>
          </p:nvPr>
        </p:nvSpPr>
        <p:spPr bwMode="gray">
          <a:xfrm>
            <a:off x="10659551" y="4781683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phone + Tex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5" y="1115120"/>
            <a:ext cx="4994031" cy="4258793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pic>
        <p:nvPicPr>
          <p:cNvPr id="4" name="Grafik 3"/>
          <p:cNvPicPr>
            <a:picLocks noChangeAspect="1"/>
          </p:cNvPicPr>
          <p:nvPr userDrawn="1"/>
        </p:nvPicPr>
        <p:blipFill rotWithShape="1">
          <a:blip r:embed="rId2" cstate="screen"/>
          <a:srcRect l="29347" r="29869"/>
          <a:stretch>
            <a:fillRect/>
          </a:stretch>
        </p:blipFill>
        <p:spPr bwMode="gray">
          <a:xfrm>
            <a:off x="2908271" y="526552"/>
            <a:ext cx="2998856" cy="5612946"/>
          </a:xfrm>
          <a:prstGeom prst="rect">
            <a:avLst/>
          </a:prstGeom>
        </p:spPr>
      </p:pic>
      <p:sp>
        <p:nvSpPr>
          <p:cNvPr id="5" name="Bildplatzhalter 15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310313" y="1267224"/>
            <a:ext cx="2262659" cy="3950316"/>
          </a:xfrm>
          <a:prstGeom prst="rect">
            <a:avLst/>
          </a:prstGeom>
          <a:solidFill>
            <a:srgbClr val="FAFAFA"/>
          </a:solidFill>
        </p:spPr>
        <p:txBody>
          <a:bodyPr>
            <a:normAutofit/>
          </a:bodyPr>
          <a:lstStyle>
            <a:lvl1pPr marL="0" indent="0">
              <a:buNone/>
              <a:defRPr sz="1400">
                <a:latin typeface="Meta OT" panose="020B0504030101020104" pitchFamily="34" charset="0"/>
              </a:defRPr>
            </a:lvl1pPr>
          </a:lstStyle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40000" y="1984510"/>
            <a:ext cx="2436160" cy="2520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sz="2800" b="1">
                <a:solidFill>
                  <a:schemeClr val="bg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7483733" y="1790787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7483733" y="2082089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7483733" y="3074635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17"/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7483733" y="3365937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2" name="Textplatzhalter 17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7483733" y="4358482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4" name="Textplatzhalter 17"/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7483733" y="4649784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schirm + Tex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pic>
        <p:nvPicPr>
          <p:cNvPr id="3" name="Grafik 2" descr="Ein Bild, das Text, Screenshot, Anzeige, Bilderrahmen enthält.&#10;&#10;Automatisch generierte Beschreibung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35" t="-243" r="-4968" b="243"/>
          <a:stretch>
            <a:fillRect/>
          </a:stretch>
        </p:blipFill>
        <p:spPr bwMode="gray">
          <a:xfrm>
            <a:off x="1" y="903491"/>
            <a:ext cx="5580931" cy="4868535"/>
          </a:xfrm>
          <a:prstGeom prst="rect">
            <a:avLst/>
          </a:prstGeom>
        </p:spPr>
      </p:pic>
      <p:sp>
        <p:nvSpPr>
          <p:cNvPr id="6" name="Bildplatzhalter 5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1" y="1130325"/>
            <a:ext cx="5123731" cy="3263006"/>
          </a:xfrm>
          <a:prstGeom prst="rect">
            <a:avLst/>
          </a:prstGeom>
          <a:solidFill>
            <a:srgbClr val="262626"/>
          </a:solidFill>
        </p:spPr>
        <p:txBody>
          <a:bodyPr>
            <a:norm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  <a:latin typeface="Meta OT" panose="020B0504030101020104" pitchFamily="34" charset="0"/>
              </a:defRPr>
            </a:lvl1pPr>
          </a:lstStyle>
          <a:p>
            <a:br>
              <a:rPr lang="de-DE" dirty="0"/>
            </a:br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gray">
          <a:xfrm>
            <a:off x="3010641" y="4374565"/>
            <a:ext cx="1968871" cy="1502904"/>
          </a:xfrm>
          <a:prstGeom prst="rect">
            <a:avLst/>
          </a:prstGeom>
        </p:spPr>
      </p:pic>
      <p:sp>
        <p:nvSpPr>
          <p:cNvPr id="14" name="Bildplatzhalter 29"/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3690349" y="4567683"/>
            <a:ext cx="617847" cy="1066035"/>
          </a:xfrm>
          <a:prstGeom prst="rect">
            <a:avLst/>
          </a:prstGeom>
          <a:solidFill>
            <a:srgbClr val="FAFAFA"/>
          </a:solidFill>
        </p:spPr>
        <p:txBody>
          <a:bodyPr/>
          <a:lstStyle>
            <a:lvl1pPr marL="0" indent="0">
              <a:buNone/>
              <a:defRPr sz="1400">
                <a:latin typeface="Meta OT" panose="020B0504030101020104" pitchFamily="34" charset="0"/>
              </a:defRPr>
            </a:lvl1pPr>
          </a:lstStyle>
          <a:p>
            <a:r>
              <a:rPr lang="de-DE" dirty="0"/>
              <a:t>Bildplatzhalter</a:t>
            </a:r>
          </a:p>
        </p:txBody>
      </p:sp>
      <p:sp>
        <p:nvSpPr>
          <p:cNvPr id="24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7483733" y="1790787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6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7483733" y="2082089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7483733" y="3074635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7483733" y="3365937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0" name="Textplatzhalter 17"/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7483733" y="4358482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2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7483733" y="4649784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Freeform: Shape 8"/>
          <p:cNvSpPr/>
          <p:nvPr userDrawn="1"/>
        </p:nvSpPr>
        <p:spPr bwMode="gray">
          <a:xfrm>
            <a:off x="-754380" y="1728000"/>
            <a:ext cx="5748411" cy="4140000"/>
          </a:xfrm>
          <a:prstGeom prst="roundRect">
            <a:avLst>
              <a:gd name="adj" fmla="val 948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5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40002" y="2416701"/>
            <a:ext cx="2735047" cy="1455502"/>
          </a:xfrm>
        </p:spPr>
        <p:txBody>
          <a:bodyPr anchor="b"/>
          <a:lstStyle>
            <a:lvl1pPr marL="0" indent="0" algn="r">
              <a:lnSpc>
                <a:spcPct val="90000"/>
              </a:lnSpc>
              <a:spcAft>
                <a:spcPts val="0"/>
              </a:spcAft>
              <a:buNone/>
              <a:defRPr sz="2800" b="1">
                <a:solidFill>
                  <a:schemeClr val="bg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Vorname</a:t>
            </a:r>
            <a:br>
              <a:rPr lang="de-DE" dirty="0"/>
            </a:br>
            <a:r>
              <a:rPr lang="de-DE" dirty="0"/>
              <a:t>Name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6612000" y="1728000"/>
            <a:ext cx="504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Kontaktinformationen</a:t>
            </a:r>
          </a:p>
        </p:txBody>
      </p:sp>
      <p:sp>
        <p:nvSpPr>
          <p:cNvPr id="10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3795096" y="2599067"/>
            <a:ext cx="2397869" cy="2397869"/>
          </a:xfrm>
          <a:prstGeom prst="ellipse">
            <a:avLst/>
          </a:prstGeom>
          <a:solidFill>
            <a:schemeClr val="bg1"/>
          </a:solidFill>
          <a:ln w="635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540002" y="4189441"/>
            <a:ext cx="2735047" cy="205157"/>
          </a:xfrm>
        </p:spPr>
        <p:txBody>
          <a:bodyPr anchor="b"/>
          <a:lstStyle>
            <a:lvl1pPr marL="0" indent="0" algn="r">
              <a:lnSpc>
                <a:spcPct val="90000"/>
              </a:lnSpc>
              <a:buNone/>
              <a:defRPr sz="1400" b="0" cap="all" spc="300" baseline="0">
                <a:solidFill>
                  <a:schemeClr val="bg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Position</a:t>
            </a:r>
          </a:p>
        </p:txBody>
      </p:sp>
      <p:cxnSp>
        <p:nvCxnSpPr>
          <p:cNvPr id="20" name="Straight Connector 8"/>
          <p:cNvCxnSpPr/>
          <p:nvPr userDrawn="1"/>
        </p:nvCxnSpPr>
        <p:spPr bwMode="gray">
          <a:xfrm>
            <a:off x="2555045" y="4032256"/>
            <a:ext cx="72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21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hell)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8"/>
          <p:cNvSpPr/>
          <p:nvPr userDrawn="1"/>
        </p:nvSpPr>
        <p:spPr bwMode="gray">
          <a:xfrm>
            <a:off x="-754380" y="1728000"/>
            <a:ext cx="5748411" cy="4140000"/>
          </a:xfrm>
          <a:prstGeom prst="roundRect">
            <a:avLst>
              <a:gd name="adj" fmla="val 9489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40002" y="2416701"/>
            <a:ext cx="2735047" cy="1455502"/>
          </a:xfrm>
        </p:spPr>
        <p:txBody>
          <a:bodyPr anchor="b"/>
          <a:lstStyle>
            <a:lvl1pPr marL="0" indent="0" algn="r">
              <a:lnSpc>
                <a:spcPct val="90000"/>
              </a:lnSpc>
              <a:spcAft>
                <a:spcPts val="0"/>
              </a:spcAft>
              <a:buNone/>
              <a:defRPr sz="2800" b="1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Vorname</a:t>
            </a:r>
            <a:br>
              <a:rPr lang="de-DE" dirty="0"/>
            </a:br>
            <a:r>
              <a:rPr lang="de-DE" dirty="0"/>
              <a:t>Name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6612000" y="1728000"/>
            <a:ext cx="504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Kontaktinformationen</a:t>
            </a:r>
          </a:p>
        </p:txBody>
      </p:sp>
      <p:sp>
        <p:nvSpPr>
          <p:cNvPr id="10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3795096" y="2599067"/>
            <a:ext cx="2397869" cy="2397869"/>
          </a:xfrm>
          <a:prstGeom prst="ellipse">
            <a:avLst/>
          </a:prstGeom>
          <a:solidFill>
            <a:schemeClr val="bg1"/>
          </a:solidFill>
          <a:ln w="635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540002" y="4189441"/>
            <a:ext cx="2735047" cy="205157"/>
          </a:xfrm>
        </p:spPr>
        <p:txBody>
          <a:bodyPr anchor="b"/>
          <a:lstStyle>
            <a:lvl1pPr marL="0" indent="0" algn="r">
              <a:lnSpc>
                <a:spcPct val="90000"/>
              </a:lnSpc>
              <a:buNone/>
              <a:defRPr sz="1400" b="0" cap="all" spc="300" baseline="0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Position</a:t>
            </a:r>
          </a:p>
        </p:txBody>
      </p:sp>
      <p:cxnSp>
        <p:nvCxnSpPr>
          <p:cNvPr id="12" name="Straight Connector 8"/>
          <p:cNvCxnSpPr/>
          <p:nvPr userDrawn="1"/>
        </p:nvCxnSpPr>
        <p:spPr bwMode="gray">
          <a:xfrm>
            <a:off x="2555045" y="4032256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/>
          <p:cNvSpPr txBox="1"/>
          <p:nvPr userDrawn="1"/>
        </p:nvSpPr>
        <p:spPr bwMode="gray">
          <a:xfrm>
            <a:off x="13258800" y="2912533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14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6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8"/>
          <p:cNvSpPr/>
          <p:nvPr userDrawn="1"/>
        </p:nvSpPr>
        <p:spPr bwMode="gray">
          <a:xfrm>
            <a:off x="5" y="-1"/>
            <a:ext cx="12191999" cy="6858001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4114800" y="3159004"/>
            <a:ext cx="7531893" cy="800467"/>
          </a:xfrm>
        </p:spPr>
        <p:txBody>
          <a:bodyPr/>
          <a:lstStyle>
            <a:lvl1pPr algn="ctr">
              <a:defRPr sz="66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sp>
        <p:nvSpPr>
          <p:cNvPr id="19" name="Bildplatzhalter 18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0"/>
            <a:ext cx="4114800" cy="6858000"/>
          </a:xfrm>
          <a:prstGeom prst="round1Rect">
            <a:avLst>
              <a:gd name="adj" fmla="val 11333"/>
            </a:avLst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pic>
        <p:nvPicPr>
          <p:cNvPr id="7" name="Grafik 6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8"/>
          <p:cNvSpPr/>
          <p:nvPr userDrawn="1"/>
        </p:nvSpPr>
        <p:spPr bwMode="gray">
          <a:xfrm>
            <a:off x="5" y="-1"/>
            <a:ext cx="12191999" cy="6858001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38165" y="2463322"/>
            <a:ext cx="11108531" cy="800467"/>
          </a:xfrm>
        </p:spPr>
        <p:txBody>
          <a:bodyPr/>
          <a:lstStyle>
            <a:lvl1pPr algn="ctr">
              <a:defRPr sz="66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1713"/>
          <a:stretch>
            <a:fillRect/>
          </a:stretch>
        </p:blipFill>
        <p:spPr>
          <a:xfrm>
            <a:off x="410319" y="-1225267"/>
            <a:ext cx="11364220" cy="7776177"/>
          </a:xfrm>
          <a:prstGeom prst="rect">
            <a:avLst/>
          </a:prstGeom>
        </p:spPr>
      </p:pic>
      <p:sp>
        <p:nvSpPr>
          <p:cNvPr id="4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836313" y="4590256"/>
            <a:ext cx="8512232" cy="1834363"/>
          </a:xfrm>
        </p:spPr>
        <p:txBody>
          <a:bodyPr numCol="2" spcCol="18000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Kontakt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2828224"/>
            <a:ext cx="11112000" cy="540000"/>
          </a:xfrm>
        </p:spPr>
        <p:txBody>
          <a:bodyPr/>
          <a:lstStyle>
            <a:lvl1pPr>
              <a:defRPr sz="48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000" y="3747975"/>
            <a:ext cx="7920000" cy="814769"/>
          </a:xfrm>
        </p:spPr>
        <p:txBody>
          <a:bodyPr numCol="2" spcCol="18000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Kontakt</a:t>
            </a:r>
          </a:p>
        </p:txBody>
      </p:sp>
      <p:grpSp>
        <p:nvGrpSpPr>
          <p:cNvPr id="4" name="Gruppieren 3"/>
          <p:cNvGrpSpPr/>
          <p:nvPr userDrawn="1"/>
        </p:nvGrpSpPr>
        <p:grpSpPr>
          <a:xfrm>
            <a:off x="8589755" y="3294570"/>
            <a:ext cx="4177596" cy="3174456"/>
            <a:chOff x="8860223" y="3611128"/>
            <a:chExt cx="3866783" cy="2938277"/>
          </a:xfrm>
        </p:grpSpPr>
        <p:sp>
          <p:nvSpPr>
            <p:cNvPr id="7" name="Abgerundetes Rechteck 6"/>
            <p:cNvSpPr/>
            <p:nvPr userDrawn="1"/>
          </p:nvSpPr>
          <p:spPr bwMode="gray">
            <a:xfrm rot="10800000">
              <a:off x="8860223" y="5748716"/>
              <a:ext cx="2537455" cy="800688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8" name="Träne 7"/>
            <p:cNvSpPr/>
            <p:nvPr userDrawn="1"/>
          </p:nvSpPr>
          <p:spPr bwMode="gray">
            <a:xfrm rot="5400000">
              <a:off x="9799540" y="4948089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Ecken des Rechtecks auf der gleichen Seite abrunden 8"/>
            <p:cNvSpPr/>
            <p:nvPr userDrawn="1"/>
          </p:nvSpPr>
          <p:spPr bwMode="gray">
            <a:xfrm rot="5400000">
              <a:off x="10199822" y="4547678"/>
              <a:ext cx="1601386" cy="8006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0" name="Freihandform 9"/>
            <p:cNvSpPr/>
            <p:nvPr userDrawn="1"/>
          </p:nvSpPr>
          <p:spPr bwMode="gray">
            <a:xfrm rot="10800000">
              <a:off x="11403920" y="3611128"/>
              <a:ext cx="800695" cy="1601391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2" name="Träne 11"/>
            <p:cNvSpPr/>
            <p:nvPr userDrawn="1"/>
          </p:nvSpPr>
          <p:spPr bwMode="gray">
            <a:xfrm rot="16200000">
              <a:off x="11403815" y="5226215"/>
              <a:ext cx="1323297" cy="132308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cxnSp>
        <p:nvCxnSpPr>
          <p:cNvPr id="14" name="Straight Connector 8"/>
          <p:cNvCxnSpPr/>
          <p:nvPr userDrawn="1"/>
        </p:nvCxnSpPr>
        <p:spPr bwMode="gray">
          <a:xfrm>
            <a:off x="540000" y="3554185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grpSp>
        <p:nvGrpSpPr>
          <p:cNvPr id="4" name="Gruppieren 3"/>
          <p:cNvGrpSpPr/>
          <p:nvPr userDrawn="1"/>
        </p:nvGrpSpPr>
        <p:grpSpPr>
          <a:xfrm rot="5400000" flipH="1">
            <a:off x="-64243" y="-643043"/>
            <a:ext cx="4337797" cy="3132967"/>
            <a:chOff x="8235924" y="3649527"/>
            <a:chExt cx="4015066" cy="2899876"/>
          </a:xfrm>
        </p:grpSpPr>
        <p:sp>
          <p:nvSpPr>
            <p:cNvPr id="7" name="Abgerundetes Rechteck 6"/>
            <p:cNvSpPr/>
            <p:nvPr userDrawn="1"/>
          </p:nvSpPr>
          <p:spPr bwMode="gray">
            <a:xfrm rot="10800000">
              <a:off x="8235924" y="5748715"/>
              <a:ext cx="4015066" cy="800688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8" name="Träne 7"/>
            <p:cNvSpPr/>
            <p:nvPr userDrawn="1"/>
          </p:nvSpPr>
          <p:spPr bwMode="gray">
            <a:xfrm rot="5400000">
              <a:off x="8812971" y="4948090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Ecken des Rechtecks auf der gleichen Seite abrunden 8"/>
            <p:cNvSpPr/>
            <p:nvPr userDrawn="1"/>
          </p:nvSpPr>
          <p:spPr bwMode="gray">
            <a:xfrm rot="5400000">
              <a:off x="8964351" y="4298777"/>
              <a:ext cx="2099190" cy="800693"/>
            </a:xfrm>
            <a:prstGeom prst="round2SameRect">
              <a:avLst>
                <a:gd name="adj1" fmla="val 48679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2" name="Oval 11"/>
            <p:cNvSpPr/>
            <p:nvPr userDrawn="1"/>
          </p:nvSpPr>
          <p:spPr bwMode="gray">
            <a:xfrm rot="5400000">
              <a:off x="10416078" y="3649634"/>
              <a:ext cx="1323297" cy="132308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3632678"/>
            <a:ext cx="4443480" cy="540000"/>
          </a:xfrm>
        </p:spPr>
        <p:txBody>
          <a:bodyPr/>
          <a:lstStyle>
            <a:lvl1pPr>
              <a:defRPr sz="48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000" y="4577570"/>
            <a:ext cx="4443480" cy="1834363"/>
          </a:xfrm>
        </p:spPr>
        <p:txBody>
          <a:bodyPr numCol="2" spcCol="18000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Kontakt</a:t>
            </a:r>
          </a:p>
        </p:txBody>
      </p:sp>
      <p:sp>
        <p:nvSpPr>
          <p:cNvPr id="14" name="Textfeld 13"/>
          <p:cNvSpPr txBox="1"/>
          <p:nvPr userDrawn="1"/>
        </p:nvSpPr>
        <p:spPr bwMode="gray">
          <a:xfrm>
            <a:off x="-1680211" y="37833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13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503672" y="1727200"/>
            <a:ext cx="6226493" cy="4697410"/>
          </a:xfrm>
          <a:prstGeom prst="round2DiagRect">
            <a:avLst>
              <a:gd name="adj1" fmla="val 12052"/>
              <a:gd name="adj2" fmla="val 0"/>
            </a:avLst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7" name="Textfeld 16"/>
          <p:cNvSpPr txBox="1"/>
          <p:nvPr userDrawn="1"/>
        </p:nvSpPr>
        <p:spPr bwMode="gray">
          <a:xfrm>
            <a:off x="-2527069" y="314221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cxnSp>
        <p:nvCxnSpPr>
          <p:cNvPr id="15" name="Straight Connector 8"/>
          <p:cNvCxnSpPr/>
          <p:nvPr userDrawn="1"/>
        </p:nvCxnSpPr>
        <p:spPr bwMode="gray">
          <a:xfrm>
            <a:off x="540000" y="4358639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8"/>
          <p:cNvSpPr/>
          <p:nvPr userDrawn="1"/>
        </p:nvSpPr>
        <p:spPr bwMode="gray">
          <a:xfrm>
            <a:off x="-2048296" y="3028950"/>
            <a:ext cx="11029951" cy="2844800"/>
          </a:xfrm>
          <a:prstGeom prst="roundRect">
            <a:avLst>
              <a:gd name="adj" fmla="val 1774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5" y="3767352"/>
            <a:ext cx="6317999" cy="540000"/>
          </a:xfrm>
        </p:spPr>
        <p:txBody>
          <a:bodyPr/>
          <a:lstStyle>
            <a:lvl1pPr>
              <a:defRPr sz="44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grpSp>
        <p:nvGrpSpPr>
          <p:cNvPr id="24" name="Gruppieren 23"/>
          <p:cNvGrpSpPr/>
          <p:nvPr userDrawn="1"/>
        </p:nvGrpSpPr>
        <p:grpSpPr>
          <a:xfrm rot="16200000">
            <a:off x="9052317" y="512273"/>
            <a:ext cx="3426623" cy="2402084"/>
            <a:chOff x="7582680" y="1972513"/>
            <a:chExt cx="4621936" cy="3240006"/>
          </a:xfrm>
        </p:grpSpPr>
        <p:sp>
          <p:nvSpPr>
            <p:cNvPr id="16" name="Abgerundetes Rechteck 15"/>
            <p:cNvSpPr/>
            <p:nvPr userDrawn="1"/>
          </p:nvSpPr>
          <p:spPr bwMode="gray">
            <a:xfrm rot="10800000">
              <a:off x="7582680" y="4132515"/>
              <a:ext cx="3630368" cy="1079993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7" name="Träne 16"/>
            <p:cNvSpPr/>
            <p:nvPr userDrawn="1"/>
          </p:nvSpPr>
          <p:spPr bwMode="gray">
            <a:xfrm rot="5400000">
              <a:off x="9053134" y="3052600"/>
              <a:ext cx="1080000" cy="1079826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8" name="Ecken des Rechtecks auf der gleichen Seite abrunden 17"/>
            <p:cNvSpPr/>
            <p:nvPr userDrawn="1"/>
          </p:nvSpPr>
          <p:spPr bwMode="gray">
            <a:xfrm rot="5400000">
              <a:off x="9593047" y="2512513"/>
              <a:ext cx="2160000" cy="10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20" name="Freihandform 19"/>
            <p:cNvSpPr/>
            <p:nvPr userDrawn="1"/>
          </p:nvSpPr>
          <p:spPr bwMode="gray">
            <a:xfrm rot="10800000">
              <a:off x="11124613" y="3052513"/>
              <a:ext cx="1080003" cy="2160006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accent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8" name="Textfeld 7"/>
          <p:cNvSpPr txBox="1"/>
          <p:nvPr userDrawn="1"/>
        </p:nvSpPr>
        <p:spPr bwMode="gray">
          <a:xfrm>
            <a:off x="3554731" y="761238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5" y="6245042"/>
            <a:ext cx="6519175" cy="17957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/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cxnSp>
        <p:nvCxnSpPr>
          <p:cNvPr id="7" name="Straight Connector 8"/>
          <p:cNvCxnSpPr/>
          <p:nvPr userDrawn="1"/>
        </p:nvCxnSpPr>
        <p:spPr bwMode="gray">
          <a:xfrm>
            <a:off x="540000" y="5250573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6387" y="254416"/>
            <a:ext cx="2743200" cy="718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 Titel ohne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3" y="2069824"/>
            <a:ext cx="5735071" cy="1359176"/>
          </a:xfrm>
        </p:spPr>
        <p:txBody>
          <a:bodyPr/>
          <a:lstStyle>
            <a:lvl1pPr>
              <a:defRPr sz="5400" cap="all" spc="400" baseline="0"/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11" name="Freeform: Shape 8"/>
          <p:cNvSpPr/>
          <p:nvPr userDrawn="1"/>
        </p:nvSpPr>
        <p:spPr bwMode="gray">
          <a:xfrm>
            <a:off x="7932421" y="0"/>
            <a:ext cx="4259579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5" y="6245042"/>
            <a:ext cx="6519175" cy="17957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/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grpSp>
        <p:nvGrpSpPr>
          <p:cNvPr id="17" name="Gruppieren 16"/>
          <p:cNvGrpSpPr/>
          <p:nvPr userDrawn="1"/>
        </p:nvGrpSpPr>
        <p:grpSpPr>
          <a:xfrm>
            <a:off x="8589755" y="3294570"/>
            <a:ext cx="4177596" cy="3174456"/>
            <a:chOff x="8860223" y="3611128"/>
            <a:chExt cx="3866783" cy="2938277"/>
          </a:xfrm>
        </p:grpSpPr>
        <p:sp>
          <p:nvSpPr>
            <p:cNvPr id="8" name="Abgerundetes Rechteck 7"/>
            <p:cNvSpPr/>
            <p:nvPr userDrawn="1"/>
          </p:nvSpPr>
          <p:spPr bwMode="gray">
            <a:xfrm rot="10800000">
              <a:off x="8860223" y="5748716"/>
              <a:ext cx="2537455" cy="800688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Träne 8"/>
            <p:cNvSpPr/>
            <p:nvPr userDrawn="1"/>
          </p:nvSpPr>
          <p:spPr bwMode="gray">
            <a:xfrm rot="5400000">
              <a:off x="9799540" y="4948089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0" name="Ecken des Rechtecks auf der gleichen Seite abrunden 9"/>
            <p:cNvSpPr/>
            <p:nvPr userDrawn="1"/>
          </p:nvSpPr>
          <p:spPr bwMode="gray">
            <a:xfrm rot="5400000">
              <a:off x="10199822" y="4547678"/>
              <a:ext cx="1601386" cy="8006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3" name="Freihandform 12"/>
            <p:cNvSpPr/>
            <p:nvPr userDrawn="1"/>
          </p:nvSpPr>
          <p:spPr bwMode="gray">
            <a:xfrm rot="10800000">
              <a:off x="11403920" y="3611128"/>
              <a:ext cx="800695" cy="1601391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6" name="Träne 15"/>
            <p:cNvSpPr/>
            <p:nvPr userDrawn="1"/>
          </p:nvSpPr>
          <p:spPr bwMode="gray">
            <a:xfrm rot="16200000">
              <a:off x="11403815" y="5226215"/>
              <a:ext cx="1323297" cy="132308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  <p:cxnSp>
        <p:nvCxnSpPr>
          <p:cNvPr id="6" name="Straight Connector 8"/>
          <p:cNvCxnSpPr/>
          <p:nvPr userDrawn="1"/>
        </p:nvCxnSpPr>
        <p:spPr bwMode="gray">
          <a:xfrm>
            <a:off x="540000" y="4440992"/>
            <a:ext cx="144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platzhalter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538163" y="3684083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Zweite Headline</a:t>
            </a:r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538163" y="4037359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Optionaler 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 Titel ohne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/>
          <p:cNvGrpSpPr/>
          <p:nvPr userDrawn="1"/>
        </p:nvGrpSpPr>
        <p:grpSpPr>
          <a:xfrm>
            <a:off x="7806691" y="3250157"/>
            <a:ext cx="4960660" cy="3174456"/>
            <a:chOff x="8135419" y="3611128"/>
            <a:chExt cx="4591587" cy="2938277"/>
          </a:xfrm>
        </p:grpSpPr>
        <p:sp>
          <p:nvSpPr>
            <p:cNvPr id="8" name="Abgerundetes Rechteck 7"/>
            <p:cNvSpPr/>
            <p:nvPr userDrawn="1"/>
          </p:nvSpPr>
          <p:spPr bwMode="gray">
            <a:xfrm rot="10800000">
              <a:off x="8135419" y="5748716"/>
              <a:ext cx="3262258" cy="80068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Träne 8"/>
            <p:cNvSpPr/>
            <p:nvPr userDrawn="1"/>
          </p:nvSpPr>
          <p:spPr bwMode="gray">
            <a:xfrm rot="5400000">
              <a:off x="9799540" y="4948089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0" name="Ecken des Rechtecks auf der gleichen Seite abrunden 9"/>
            <p:cNvSpPr/>
            <p:nvPr userDrawn="1"/>
          </p:nvSpPr>
          <p:spPr bwMode="gray">
            <a:xfrm rot="5400000">
              <a:off x="10199822" y="4547678"/>
              <a:ext cx="1601386" cy="8006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4" name="Freihandform 13"/>
            <p:cNvSpPr/>
            <p:nvPr userDrawn="1"/>
          </p:nvSpPr>
          <p:spPr bwMode="gray">
            <a:xfrm rot="10800000">
              <a:off x="11403920" y="3611128"/>
              <a:ext cx="800695" cy="1601391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5" name="Träne 14"/>
            <p:cNvSpPr/>
            <p:nvPr userDrawn="1"/>
          </p:nvSpPr>
          <p:spPr bwMode="gray">
            <a:xfrm rot="16200000">
              <a:off x="11403815" y="5226215"/>
              <a:ext cx="1323297" cy="132308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88551" y="254658"/>
            <a:ext cx="2743200" cy="718681"/>
          </a:xfrm>
          <a:prstGeom prst="rect">
            <a:avLst/>
          </a:prstGeom>
        </p:spPr>
      </p:pic>
      <p:sp>
        <p:nvSpPr>
          <p:cNvPr id="16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3" y="2069824"/>
            <a:ext cx="5735071" cy="1359176"/>
          </a:xfrm>
        </p:spPr>
        <p:txBody>
          <a:bodyPr/>
          <a:lstStyle>
            <a:lvl1pPr>
              <a:defRPr sz="5400" cap="all" spc="400" baseline="0"/>
            </a:lvl1pPr>
          </a:lstStyle>
          <a:p>
            <a:r>
              <a:rPr lang="de-DE" noProof="0" dirty="0"/>
              <a:t>Titel Ihrer Präsentation</a:t>
            </a:r>
          </a:p>
        </p:txBody>
      </p:sp>
      <p:cxnSp>
        <p:nvCxnSpPr>
          <p:cNvPr id="17" name="Straight Connector 8"/>
          <p:cNvCxnSpPr/>
          <p:nvPr userDrawn="1"/>
        </p:nvCxnSpPr>
        <p:spPr bwMode="gray">
          <a:xfrm>
            <a:off x="540000" y="4440992"/>
            <a:ext cx="144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538163" y="3684083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Zweite Headline</a:t>
            </a:r>
          </a:p>
        </p:txBody>
      </p:sp>
      <p:sp>
        <p:nvSpPr>
          <p:cNvPr id="20" name="Textplatzhalter 5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538163" y="4037359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Optionaler 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10" name="Bildplatzhalter 9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1" y="1244140"/>
            <a:ext cx="11651467" cy="3307824"/>
          </a:xfrm>
          <a:custGeom>
            <a:avLst/>
            <a:gdLst>
              <a:gd name="connsiteX0" fmla="*/ 0 w 11655425"/>
              <a:gd name="connsiteY0" fmla="*/ 0 h 4120164"/>
              <a:gd name="connsiteX1" fmla="*/ 9595343 w 11655425"/>
              <a:gd name="connsiteY1" fmla="*/ 0 h 4120164"/>
              <a:gd name="connsiteX2" fmla="*/ 11655425 w 11655425"/>
              <a:gd name="connsiteY2" fmla="*/ 2060082 h 4120164"/>
              <a:gd name="connsiteX3" fmla="*/ 9595343 w 11655425"/>
              <a:gd name="connsiteY3" fmla="*/ 4120164 h 4120164"/>
              <a:gd name="connsiteX4" fmla="*/ 0 w 11655425"/>
              <a:gd name="connsiteY4" fmla="*/ 4120164 h 4120164"/>
              <a:gd name="connsiteX0-1" fmla="*/ 0 w 11655425"/>
              <a:gd name="connsiteY0-2" fmla="*/ 0 h 4120164"/>
              <a:gd name="connsiteX1-3" fmla="*/ 9595343 w 11655425"/>
              <a:gd name="connsiteY1-4" fmla="*/ 0 h 4120164"/>
              <a:gd name="connsiteX2-5" fmla="*/ 11655425 w 11655425"/>
              <a:gd name="connsiteY2-6" fmla="*/ 2060082 h 4120164"/>
              <a:gd name="connsiteX3-7" fmla="*/ 9595343 w 11655425"/>
              <a:gd name="connsiteY3-8" fmla="*/ 4120164 h 4120164"/>
              <a:gd name="connsiteX4-9" fmla="*/ 0 w 11655425"/>
              <a:gd name="connsiteY4-10" fmla="*/ 4120164 h 4120164"/>
              <a:gd name="connsiteX5" fmla="*/ 0 w 11655425"/>
              <a:gd name="connsiteY5" fmla="*/ 0 h 412016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" y="connsiteY5"/>
              </a:cxn>
            </a:cxnLst>
            <a:rect l="l" t="t" r="r" b="b"/>
            <a:pathLst>
              <a:path w="11655425" h="4120164">
                <a:moveTo>
                  <a:pt x="0" y="0"/>
                </a:moveTo>
                <a:lnTo>
                  <a:pt x="9595343" y="0"/>
                </a:lnTo>
                <a:cubicBezTo>
                  <a:pt x="10733095" y="0"/>
                  <a:pt x="11655425" y="648137"/>
                  <a:pt x="11655425" y="2060082"/>
                </a:cubicBezTo>
                <a:cubicBezTo>
                  <a:pt x="11655425" y="3472027"/>
                  <a:pt x="10733095" y="4120164"/>
                  <a:pt x="9595343" y="4120164"/>
                </a:cubicBezTo>
                <a:lnTo>
                  <a:pt x="0" y="4120164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903319"/>
            <a:ext cx="11112000" cy="540000"/>
          </a:xfrm>
        </p:spPr>
        <p:txBody>
          <a:bodyPr/>
          <a:lstStyle>
            <a:lvl1pPr>
              <a:defRPr sz="40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7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5495200"/>
            <a:ext cx="1111200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3" y="6220043"/>
            <a:ext cx="11110939" cy="216000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cxnSp>
        <p:nvCxnSpPr>
          <p:cNvPr id="4" name="Straight Connector 8"/>
          <p:cNvCxnSpPr/>
          <p:nvPr userDrawn="1"/>
        </p:nvCxnSpPr>
        <p:spPr bwMode="gray">
          <a:xfrm>
            <a:off x="540000" y="6026253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76248" y="26181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10" name="Bildplatzhalter 9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5" y="0"/>
            <a:ext cx="12191999" cy="4336928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903319"/>
            <a:ext cx="11112000" cy="540000"/>
          </a:xfrm>
        </p:spPr>
        <p:txBody>
          <a:bodyPr/>
          <a:lstStyle>
            <a:lvl1pPr>
              <a:defRPr sz="40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7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5495200"/>
            <a:ext cx="1111200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3" y="6220043"/>
            <a:ext cx="11110939" cy="216000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cxnSp>
        <p:nvCxnSpPr>
          <p:cNvPr id="8" name="Straight Connector 8"/>
          <p:cNvCxnSpPr/>
          <p:nvPr userDrawn="1"/>
        </p:nvCxnSpPr>
        <p:spPr bwMode="gray">
          <a:xfrm>
            <a:off x="540000" y="6026253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pieren 8"/>
          <p:cNvGrpSpPr>
            <a:grpSpLocks noChangeAspect="1"/>
          </p:cNvGrpSpPr>
          <p:nvPr userDrawn="1"/>
        </p:nvGrpSpPr>
        <p:grpSpPr>
          <a:xfrm>
            <a:off x="8765381" y="1720044"/>
            <a:ext cx="3426623" cy="2402084"/>
            <a:chOff x="7582680" y="1972513"/>
            <a:chExt cx="4621936" cy="3240006"/>
          </a:xfrm>
        </p:grpSpPr>
        <p:sp>
          <p:nvSpPr>
            <p:cNvPr id="12" name="Abgerundetes Rechteck 11"/>
            <p:cNvSpPr/>
            <p:nvPr userDrawn="1"/>
          </p:nvSpPr>
          <p:spPr bwMode="gray">
            <a:xfrm rot="10800000">
              <a:off x="7582680" y="4132515"/>
              <a:ext cx="3630368" cy="1079993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3" name="Träne 12"/>
            <p:cNvSpPr/>
            <p:nvPr userDrawn="1"/>
          </p:nvSpPr>
          <p:spPr bwMode="gray">
            <a:xfrm rot="5400000">
              <a:off x="9053134" y="3052600"/>
              <a:ext cx="1080000" cy="1079826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4" name="Ecken des Rechtecks auf der gleichen Seite abrunden 13"/>
            <p:cNvSpPr/>
            <p:nvPr userDrawn="1"/>
          </p:nvSpPr>
          <p:spPr bwMode="gray">
            <a:xfrm rot="5400000">
              <a:off x="9593047" y="2512513"/>
              <a:ext cx="2160000" cy="10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5" name="Freihandform 14"/>
            <p:cNvSpPr/>
            <p:nvPr userDrawn="1"/>
          </p:nvSpPr>
          <p:spPr bwMode="gray">
            <a:xfrm rot="10800000">
              <a:off x="11124613" y="3052513"/>
              <a:ext cx="1080003" cy="2160006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accent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381155" y="253114"/>
            <a:ext cx="2743200" cy="718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1" y="2704992"/>
            <a:ext cx="6567811" cy="1672597"/>
          </a:xfrm>
        </p:spPr>
        <p:txBody>
          <a:bodyPr anchor="ctr"/>
          <a:lstStyle>
            <a:lvl1pPr>
              <a:defRPr sz="54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15" name="Textfeld 14"/>
          <p:cNvSpPr txBox="1"/>
          <p:nvPr userDrawn="1"/>
        </p:nvSpPr>
        <p:spPr bwMode="gray">
          <a:xfrm>
            <a:off x="-952107" y="34219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17" name="Textfeld 16"/>
          <p:cNvSpPr txBox="1"/>
          <p:nvPr userDrawn="1"/>
        </p:nvSpPr>
        <p:spPr bwMode="gray">
          <a:xfrm>
            <a:off x="3026004" y="-70701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grpSp>
        <p:nvGrpSpPr>
          <p:cNvPr id="21" name="Gruppieren 20"/>
          <p:cNvGrpSpPr/>
          <p:nvPr userDrawn="1"/>
        </p:nvGrpSpPr>
        <p:grpSpPr>
          <a:xfrm>
            <a:off x="-1590" y="-5"/>
            <a:ext cx="2984900" cy="1979629"/>
            <a:chOff x="-1590" y="-5"/>
            <a:chExt cx="2984900" cy="1979629"/>
          </a:xfrm>
        </p:grpSpPr>
        <p:sp>
          <p:nvSpPr>
            <p:cNvPr id="20" name="Rechteck 19"/>
            <p:cNvSpPr/>
            <p:nvPr userDrawn="1"/>
          </p:nvSpPr>
          <p:spPr bwMode="gray">
            <a:xfrm rot="10800000">
              <a:off x="961532" y="-3"/>
              <a:ext cx="1508289" cy="100473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8" name="Träne 17"/>
            <p:cNvSpPr/>
            <p:nvPr userDrawn="1"/>
          </p:nvSpPr>
          <p:spPr bwMode="gray">
            <a:xfrm rot="10800000">
              <a:off x="1978410" y="-2"/>
              <a:ext cx="1004900" cy="1004738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9" name="Oval 18"/>
            <p:cNvSpPr/>
            <p:nvPr userDrawn="1"/>
          </p:nvSpPr>
          <p:spPr bwMode="gray">
            <a:xfrm rot="10800000">
              <a:off x="-1590" y="-5"/>
              <a:ext cx="1980000" cy="197962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22" name="Ecken des Rechtecks auf der gleichen Seite abrunden 21"/>
          <p:cNvSpPr/>
          <p:nvPr userDrawn="1"/>
        </p:nvSpPr>
        <p:spPr bwMode="gray">
          <a:xfrm rot="5400000">
            <a:off x="5915334" y="507081"/>
            <a:ext cx="1963393" cy="981697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3" name="Freihandform 22"/>
          <p:cNvSpPr/>
          <p:nvPr userDrawn="1"/>
        </p:nvSpPr>
        <p:spPr bwMode="gray">
          <a:xfrm rot="10800000">
            <a:off x="5924928" y="999987"/>
            <a:ext cx="489821" cy="979643"/>
          </a:xfrm>
          <a:custGeom>
            <a:avLst/>
            <a:gdLst>
              <a:gd name="connsiteX0" fmla="*/ 0 w 540000"/>
              <a:gd name="connsiteY0" fmla="*/ 0 h 1080000"/>
              <a:gd name="connsiteX1" fmla="*/ 540000 w 540000"/>
              <a:gd name="connsiteY1" fmla="*/ 540000 h 1080000"/>
              <a:gd name="connsiteX2" fmla="*/ 0 w 540000"/>
              <a:gd name="connsiteY2" fmla="*/ 1080000 h 10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0000" h="1080000">
                <a:moveTo>
                  <a:pt x="0" y="0"/>
                </a:moveTo>
                <a:cubicBezTo>
                  <a:pt x="298234" y="0"/>
                  <a:pt x="540000" y="241766"/>
                  <a:pt x="540000" y="540000"/>
                </a:cubicBezTo>
                <a:cubicBezTo>
                  <a:pt x="540000" y="838234"/>
                  <a:pt x="298234" y="1080000"/>
                  <a:pt x="0" y="108000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4" name="Abgerundetes Rechteck 23"/>
          <p:cNvSpPr/>
          <p:nvPr userDrawn="1"/>
        </p:nvSpPr>
        <p:spPr bwMode="gray">
          <a:xfrm rot="10800000">
            <a:off x="7387875" y="999985"/>
            <a:ext cx="3123012" cy="979643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5" name="Freihandform 24"/>
          <p:cNvSpPr/>
          <p:nvPr userDrawn="1"/>
        </p:nvSpPr>
        <p:spPr bwMode="gray">
          <a:xfrm rot="5400000">
            <a:off x="8032720" y="-496084"/>
            <a:ext cx="1012131" cy="1980000"/>
          </a:xfrm>
          <a:custGeom>
            <a:avLst/>
            <a:gdLst>
              <a:gd name="connsiteX0" fmla="*/ 0 w 540000"/>
              <a:gd name="connsiteY0" fmla="*/ 0 h 1080000"/>
              <a:gd name="connsiteX1" fmla="*/ 540000 w 540000"/>
              <a:gd name="connsiteY1" fmla="*/ 540000 h 1080000"/>
              <a:gd name="connsiteX2" fmla="*/ 0 w 540000"/>
              <a:gd name="connsiteY2" fmla="*/ 1080000 h 10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0000" h="1080000">
                <a:moveTo>
                  <a:pt x="0" y="0"/>
                </a:moveTo>
                <a:cubicBezTo>
                  <a:pt x="298234" y="0"/>
                  <a:pt x="540000" y="241766"/>
                  <a:pt x="540000" y="540000"/>
                </a:cubicBezTo>
                <a:cubicBezTo>
                  <a:pt x="540000" y="838234"/>
                  <a:pt x="298234" y="1080000"/>
                  <a:pt x="0" y="1080000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6" name="Ecken des Rechtecks auf der gleichen Seite abrunden 25"/>
          <p:cNvSpPr/>
          <p:nvPr userDrawn="1"/>
        </p:nvSpPr>
        <p:spPr bwMode="gray">
          <a:xfrm rot="10800000">
            <a:off x="9529189" y="-12151"/>
            <a:ext cx="3678099" cy="101168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grpSp>
        <p:nvGrpSpPr>
          <p:cNvPr id="27" name="Gruppieren 26"/>
          <p:cNvGrpSpPr/>
          <p:nvPr userDrawn="1"/>
        </p:nvGrpSpPr>
        <p:grpSpPr>
          <a:xfrm flipH="1">
            <a:off x="9205511" y="1991779"/>
            <a:ext cx="2984900" cy="1979629"/>
            <a:chOff x="-1590" y="-5"/>
            <a:chExt cx="2984900" cy="1979629"/>
          </a:xfrm>
        </p:grpSpPr>
        <p:sp>
          <p:nvSpPr>
            <p:cNvPr id="28" name="Rechteck 27"/>
            <p:cNvSpPr/>
            <p:nvPr userDrawn="1"/>
          </p:nvSpPr>
          <p:spPr bwMode="gray">
            <a:xfrm rot="10800000">
              <a:off x="961532" y="-3"/>
              <a:ext cx="1508289" cy="100473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29" name="Träne 28"/>
            <p:cNvSpPr/>
            <p:nvPr userDrawn="1"/>
          </p:nvSpPr>
          <p:spPr bwMode="gray">
            <a:xfrm rot="10800000">
              <a:off x="1978410" y="-2"/>
              <a:ext cx="1004900" cy="1004738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30" name="Oval 29"/>
            <p:cNvSpPr/>
            <p:nvPr userDrawn="1"/>
          </p:nvSpPr>
          <p:spPr bwMode="gray">
            <a:xfrm rot="10800000">
              <a:off x="-1590" y="-5"/>
              <a:ext cx="1980000" cy="197962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33" name="Freihandform 32"/>
          <p:cNvSpPr/>
          <p:nvPr userDrawn="1"/>
        </p:nvSpPr>
        <p:spPr bwMode="gray">
          <a:xfrm>
            <a:off x="5935088" y="4516176"/>
            <a:ext cx="3123013" cy="979644"/>
          </a:xfrm>
          <a:custGeom>
            <a:avLst/>
            <a:gdLst>
              <a:gd name="connsiteX0" fmla="*/ 489823 w 3123013"/>
              <a:gd name="connsiteY0" fmla="*/ 0 h 979644"/>
              <a:gd name="connsiteX1" fmla="*/ 2633191 w 3123013"/>
              <a:gd name="connsiteY1" fmla="*/ 1 h 979644"/>
              <a:gd name="connsiteX2" fmla="*/ 2637576 w 3123013"/>
              <a:gd name="connsiteY2" fmla="*/ 443 h 979644"/>
              <a:gd name="connsiteX3" fmla="*/ 3123013 w 3123013"/>
              <a:gd name="connsiteY3" fmla="*/ 443 h 979644"/>
              <a:gd name="connsiteX4" fmla="*/ 3123013 w 3123013"/>
              <a:gd name="connsiteY4" fmla="*/ 489822 h 979644"/>
              <a:gd name="connsiteX5" fmla="*/ 3123013 w 3123013"/>
              <a:gd name="connsiteY5" fmla="*/ 489823 h 979644"/>
              <a:gd name="connsiteX6" fmla="*/ 3123013 w 3123013"/>
              <a:gd name="connsiteY6" fmla="*/ 490043 h 979644"/>
              <a:gd name="connsiteX7" fmla="*/ 2633413 w 3123013"/>
              <a:gd name="connsiteY7" fmla="*/ 979643 h 979644"/>
              <a:gd name="connsiteX8" fmla="*/ 2633307 w 3123013"/>
              <a:gd name="connsiteY8" fmla="*/ 979633 h 979644"/>
              <a:gd name="connsiteX9" fmla="*/ 2633191 w 3123013"/>
              <a:gd name="connsiteY9" fmla="*/ 979644 h 979644"/>
              <a:gd name="connsiteX10" fmla="*/ 489822 w 3123013"/>
              <a:gd name="connsiteY10" fmla="*/ 979644 h 979644"/>
              <a:gd name="connsiteX11" fmla="*/ 0 w 3123013"/>
              <a:gd name="connsiteY11" fmla="*/ 489822 h 979644"/>
              <a:gd name="connsiteX12" fmla="*/ 1 w 3123013"/>
              <a:gd name="connsiteY12" fmla="*/ 489822 h 979644"/>
              <a:gd name="connsiteX13" fmla="*/ 489823 w 3123013"/>
              <a:gd name="connsiteY13" fmla="*/ 0 h 97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123013" h="979644">
                <a:moveTo>
                  <a:pt x="489823" y="0"/>
                </a:moveTo>
                <a:lnTo>
                  <a:pt x="2633191" y="1"/>
                </a:lnTo>
                <a:lnTo>
                  <a:pt x="2637576" y="443"/>
                </a:lnTo>
                <a:lnTo>
                  <a:pt x="3123013" y="443"/>
                </a:lnTo>
                <a:lnTo>
                  <a:pt x="3123013" y="489822"/>
                </a:lnTo>
                <a:lnTo>
                  <a:pt x="3123013" y="489823"/>
                </a:lnTo>
                <a:lnTo>
                  <a:pt x="3123013" y="490043"/>
                </a:lnTo>
                <a:cubicBezTo>
                  <a:pt x="3123013" y="760442"/>
                  <a:pt x="2903812" y="979643"/>
                  <a:pt x="2633413" y="979643"/>
                </a:cubicBezTo>
                <a:lnTo>
                  <a:pt x="2633307" y="979633"/>
                </a:lnTo>
                <a:lnTo>
                  <a:pt x="2633191" y="979644"/>
                </a:lnTo>
                <a:lnTo>
                  <a:pt x="489822" y="979644"/>
                </a:lnTo>
                <a:cubicBezTo>
                  <a:pt x="219301" y="979644"/>
                  <a:pt x="0" y="760343"/>
                  <a:pt x="0" y="489822"/>
                </a:cubicBezTo>
                <a:lnTo>
                  <a:pt x="1" y="489822"/>
                </a:lnTo>
                <a:cubicBezTo>
                  <a:pt x="1" y="219301"/>
                  <a:pt x="219302" y="0"/>
                  <a:pt x="489823" y="0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34" name="Ecken des Rechtecks auf der gleichen Seite abrunden 33"/>
          <p:cNvSpPr/>
          <p:nvPr userDrawn="1"/>
        </p:nvSpPr>
        <p:spPr bwMode="gray">
          <a:xfrm rot="16200000">
            <a:off x="10350212" y="4662708"/>
            <a:ext cx="2520944" cy="1162639"/>
          </a:xfrm>
          <a:prstGeom prst="round2SameRect">
            <a:avLst>
              <a:gd name="adj1" fmla="val 38265"/>
              <a:gd name="adj2" fmla="val 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35" name="Oval 34"/>
          <p:cNvSpPr/>
          <p:nvPr userDrawn="1"/>
        </p:nvSpPr>
        <p:spPr bwMode="gray">
          <a:xfrm rot="10800000" flipH="1">
            <a:off x="9058729" y="3596891"/>
            <a:ext cx="1980000" cy="197962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6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35375" y="193604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5" name="Textplatzhalt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35375" y="3278903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35375" y="462177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 rot="5400000">
            <a:off x="1445843" y="232569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13"/>
          <p:cNvSpPr>
            <a:spLocks noGrp="1"/>
          </p:cNvSpPr>
          <p:nvPr>
            <p:ph type="body" sz="quarter" idx="23" hasCustomPrompt="1"/>
          </p:nvPr>
        </p:nvSpPr>
        <p:spPr bwMode="gray">
          <a:xfrm rot="5400000">
            <a:off x="1445843" y="3668556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13"/>
          <p:cNvSpPr>
            <a:spLocks noGrp="1"/>
          </p:cNvSpPr>
          <p:nvPr>
            <p:ph type="body" sz="quarter" idx="24" hasCustomPrompt="1"/>
          </p:nvPr>
        </p:nvSpPr>
        <p:spPr bwMode="gray">
          <a:xfrm rot="5400000">
            <a:off x="1445843" y="501142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2014275" y="1936404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2014275" y="3279829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Textplatzhalter 17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2014275" y="4622697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3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573101" y="193604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2" name="Textplatzhalter 3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573101" y="3278903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3" name="Textplatzhalter 3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573101" y="462177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4" name="Textplatzhalter 13"/>
          <p:cNvSpPr>
            <a:spLocks noGrp="1"/>
          </p:cNvSpPr>
          <p:nvPr>
            <p:ph type="body" sz="quarter" idx="31" hasCustomPrompt="1"/>
          </p:nvPr>
        </p:nvSpPr>
        <p:spPr bwMode="gray">
          <a:xfrm rot="5400000">
            <a:off x="7483568" y="232569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5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 rot="5400000">
            <a:off x="7483568" y="3668556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6" name="Textplatzhalter 13"/>
          <p:cNvSpPr>
            <a:spLocks noGrp="1"/>
          </p:cNvSpPr>
          <p:nvPr>
            <p:ph type="body" sz="quarter" idx="33" hasCustomPrompt="1"/>
          </p:nvPr>
        </p:nvSpPr>
        <p:spPr bwMode="gray">
          <a:xfrm rot="5400000">
            <a:off x="7483568" y="501142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052000" y="1936404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8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8052000" y="3279829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8052000" y="4622697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Textfeld 1"/>
          <p:cNvSpPr txBox="1"/>
          <p:nvPr userDrawn="1"/>
        </p:nvSpPr>
        <p:spPr bwMode="gray">
          <a:xfrm>
            <a:off x="2555913" y="969484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dirty="0" err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0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3" y="1640889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5" name="Textplatzhalt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40003" y="2566283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40003" y="3491677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 rot="5400000">
            <a:off x="1281191" y="1983299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13"/>
          <p:cNvSpPr>
            <a:spLocks noGrp="1"/>
          </p:cNvSpPr>
          <p:nvPr>
            <p:ph type="body" sz="quarter" idx="23" hasCustomPrompt="1"/>
          </p:nvPr>
        </p:nvSpPr>
        <p:spPr bwMode="gray">
          <a:xfrm rot="5400000">
            <a:off x="1281191" y="2908707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13"/>
          <p:cNvSpPr>
            <a:spLocks noGrp="1"/>
          </p:cNvSpPr>
          <p:nvPr>
            <p:ph type="body" sz="quarter" idx="24" hasCustomPrompt="1"/>
          </p:nvPr>
        </p:nvSpPr>
        <p:spPr bwMode="gray">
          <a:xfrm rot="5400000">
            <a:off x="1281191" y="3834115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1813623" y="1641305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1813623" y="2566792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Textplatzhalter 17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1813623" y="3492324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3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703733" y="1640889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2" name="Textplatzhalter 3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703733" y="2566297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3" name="Textplatzhalter 3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703733" y="3491705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4" name="Textplatzhalter 13"/>
          <p:cNvSpPr>
            <a:spLocks noGrp="1"/>
          </p:cNvSpPr>
          <p:nvPr>
            <p:ph type="body" sz="quarter" idx="31" hasCustomPrompt="1"/>
          </p:nvPr>
        </p:nvSpPr>
        <p:spPr bwMode="gray">
          <a:xfrm rot="5400000">
            <a:off x="7444920" y="1983299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5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 rot="5400000">
            <a:off x="7444920" y="2908707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6" name="Textplatzhalter 13"/>
          <p:cNvSpPr>
            <a:spLocks noGrp="1"/>
          </p:cNvSpPr>
          <p:nvPr>
            <p:ph type="body" sz="quarter" idx="33" hasCustomPrompt="1"/>
          </p:nvPr>
        </p:nvSpPr>
        <p:spPr bwMode="gray">
          <a:xfrm rot="5400000">
            <a:off x="7444920" y="3834115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7977352" y="1641305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8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7977352" y="2566828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7977352" y="3492345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Textplatzhalter 3"/>
          <p:cNvSpPr>
            <a:spLocks noGrp="1"/>
          </p:cNvSpPr>
          <p:nvPr>
            <p:ph type="body" sz="quarter" idx="37" hasCustomPrompt="1"/>
          </p:nvPr>
        </p:nvSpPr>
        <p:spPr bwMode="gray">
          <a:xfrm>
            <a:off x="540003" y="4417071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6" name="Textplatzhalter 13"/>
          <p:cNvSpPr>
            <a:spLocks noGrp="1"/>
          </p:cNvSpPr>
          <p:nvPr>
            <p:ph type="body" sz="quarter" idx="38" hasCustomPrompt="1"/>
          </p:nvPr>
        </p:nvSpPr>
        <p:spPr bwMode="gray">
          <a:xfrm rot="5400000">
            <a:off x="1281191" y="4759523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17"/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1813623" y="4417862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7" name="Textplatzhalter 3"/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6703733" y="4417113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30" name="Textplatzhalter 13"/>
          <p:cNvSpPr>
            <a:spLocks noGrp="1"/>
          </p:cNvSpPr>
          <p:nvPr>
            <p:ph type="body" sz="quarter" idx="41" hasCustomPrompt="1"/>
          </p:nvPr>
        </p:nvSpPr>
        <p:spPr bwMode="gray">
          <a:xfrm rot="5400000">
            <a:off x="7444920" y="4759523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1" name="Textplatzhalter 17"/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7977352" y="4417874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2" name="Textplatzhalter 3"/>
          <p:cNvSpPr>
            <a:spLocks noGrp="1"/>
          </p:cNvSpPr>
          <p:nvPr>
            <p:ph type="body" sz="quarter" idx="43" hasCustomPrompt="1"/>
          </p:nvPr>
        </p:nvSpPr>
        <p:spPr bwMode="gray">
          <a:xfrm>
            <a:off x="540003" y="5342520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33" name="Textplatzhalter 13"/>
          <p:cNvSpPr>
            <a:spLocks noGrp="1"/>
          </p:cNvSpPr>
          <p:nvPr>
            <p:ph type="body" sz="quarter" idx="44" hasCustomPrompt="1"/>
          </p:nvPr>
        </p:nvSpPr>
        <p:spPr bwMode="gray">
          <a:xfrm rot="5400000">
            <a:off x="1281191" y="5684930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4" name="Textplatzhalter 17"/>
          <p:cNvSpPr>
            <a:spLocks noGrp="1"/>
          </p:cNvSpPr>
          <p:nvPr>
            <p:ph type="body" sz="quarter" idx="45" hasCustomPrompt="1"/>
          </p:nvPr>
        </p:nvSpPr>
        <p:spPr bwMode="gray">
          <a:xfrm>
            <a:off x="1813623" y="5342936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5" name="Textplatzhalter 3"/>
          <p:cNvSpPr>
            <a:spLocks noGrp="1"/>
          </p:cNvSpPr>
          <p:nvPr>
            <p:ph type="body" sz="quarter" idx="46" hasCustomPrompt="1"/>
          </p:nvPr>
        </p:nvSpPr>
        <p:spPr bwMode="gray">
          <a:xfrm>
            <a:off x="6703733" y="5342520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36" name="Textplatzhalter 13"/>
          <p:cNvSpPr>
            <a:spLocks noGrp="1"/>
          </p:cNvSpPr>
          <p:nvPr>
            <p:ph type="body" sz="quarter" idx="47" hasCustomPrompt="1"/>
          </p:nvPr>
        </p:nvSpPr>
        <p:spPr bwMode="gray">
          <a:xfrm rot="5400000">
            <a:off x="7444920" y="5684930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7" name="Textplatzhalter 17"/>
          <p:cNvSpPr>
            <a:spLocks noGrp="1"/>
          </p:cNvSpPr>
          <p:nvPr>
            <p:ph type="body" sz="quarter" idx="48" hasCustomPrompt="1"/>
          </p:nvPr>
        </p:nvSpPr>
        <p:spPr bwMode="gray">
          <a:xfrm>
            <a:off x="7977352" y="5343398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0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s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6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Basis_1HL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cxnSp>
        <p:nvCxnSpPr>
          <p:cNvPr id="5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11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_Basis_ohneFusszeil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7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Spalte Inhalt_1HL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cxnSp>
        <p:nvCxnSpPr>
          <p:cNvPr id="2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hteck 2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13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Basis 1HL_ohneFusszeil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Rechteck 2"/>
          <p:cNvSpPr/>
          <p:nvPr userDrawn="1"/>
        </p:nvSpPr>
        <p:spPr bwMode="gray">
          <a:xfrm>
            <a:off x="400693" y="1191802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cxnSp>
        <p:nvCxnSpPr>
          <p:cNvPr id="8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10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Inhal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6252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5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Zita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6276000" y="1343027"/>
            <a:ext cx="5916000" cy="4965521"/>
          </a:xfrm>
          <a:prstGeom prst="roundRect">
            <a:avLst>
              <a:gd name="adj" fmla="val 9301"/>
            </a:avLst>
          </a:prstGeom>
          <a:solidFill>
            <a:schemeClr val="accent1"/>
          </a:solidFill>
        </p:spPr>
        <p:txBody>
          <a:bodyPr wrap="square" lIns="720000" tIns="360000" rIns="720000" bIns="360000" anchor="ctr" anchorCtr="0">
            <a:noAutofit/>
          </a:bodyPr>
          <a:lstStyle>
            <a:lvl1pPr marL="0" indent="0">
              <a:lnSpc>
                <a:spcPct val="900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Textplatzhalter 5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2" y="6020548"/>
            <a:ext cx="5400001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alten Inhal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4332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9" hasCustomPrompt="1"/>
          </p:nvPr>
        </p:nvSpPr>
        <p:spPr bwMode="gray">
          <a:xfrm>
            <a:off x="8124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extplatzhalter 5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0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Inhalt 1/3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4" y="1728000"/>
            <a:ext cx="7320001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8124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extplatzhalter 5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/2 Zeilen Inhalt 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23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6252000" y="1728000"/>
            <a:ext cx="5400000" cy="23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5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10" name="Inhaltsplatzhalter 5"/>
          <p:cNvSpPr>
            <a:spLocks noGrp="1"/>
          </p:cNvSpPr>
          <p:nvPr>
            <p:ph sz="quarter" idx="21" hasCustomPrompt="1"/>
          </p:nvPr>
        </p:nvSpPr>
        <p:spPr bwMode="gray">
          <a:xfrm>
            <a:off x="540000" y="4346081"/>
            <a:ext cx="5400000" cy="1521925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Inhaltsplatzhalter 5"/>
          <p:cNvSpPr>
            <a:spLocks noGrp="1"/>
          </p:cNvSpPr>
          <p:nvPr>
            <p:ph sz="quarter" idx="22" hasCustomPrompt="1"/>
          </p:nvPr>
        </p:nvSpPr>
        <p:spPr bwMode="gray">
          <a:xfrm>
            <a:off x="6252000" y="4346081"/>
            <a:ext cx="5400000" cy="1521925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2" y="6020548"/>
            <a:ext cx="11112001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2" y="1728000"/>
            <a:ext cx="7320001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8124000" y="1341679"/>
            <a:ext cx="4068000" cy="4526327"/>
          </a:xfrm>
          <a:prstGeom prst="round2DiagRect">
            <a:avLst>
              <a:gd name="adj1" fmla="val 11048"/>
              <a:gd name="adj2" fmla="val 0"/>
            </a:avLst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124001" y="5183307"/>
            <a:ext cx="4068000" cy="684694"/>
          </a:xfrm>
          <a:solidFill>
            <a:schemeClr val="bg1">
              <a:alpha val="62772"/>
            </a:schemeClr>
          </a:solidFill>
        </p:spPr>
        <p:txBody>
          <a:bodyPr wrap="square" lIns="180000" tIns="180000" rIns="180000" bIns="180000" anchor="b" anchorCtr="0">
            <a:spAutoFit/>
          </a:bodyPr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Bildbeschreibung</a:t>
            </a:r>
          </a:p>
        </p:txBody>
      </p:sp>
      <p:sp>
        <p:nvSpPr>
          <p:cNvPr id="11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4" y="0"/>
            <a:ext cx="5940001" cy="6858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0" y="1728000"/>
            <a:ext cx="5400000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1" y="1728000"/>
            <a:ext cx="3233779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760399" y="1728000"/>
            <a:ext cx="4891604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3" name="Bildplatzhalter 4"/>
          <p:cNvSpPr>
            <a:spLocks noGrp="1" noChangeAspect="1"/>
          </p:cNvSpPr>
          <p:nvPr>
            <p:ph type="pic" sz="quarter" idx="19" hasCustomPrompt="1"/>
          </p:nvPr>
        </p:nvSpPr>
        <p:spPr bwMode="gray">
          <a:xfrm>
            <a:off x="3941171" y="1728000"/>
            <a:ext cx="2651839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6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2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 + Bild_1HL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0" y="1728000"/>
            <a:ext cx="5400000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cxnSp>
        <p:nvCxnSpPr>
          <p:cNvPr id="3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13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 Inhalt + Bild_ohneFusszeil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0" y="1728000"/>
            <a:ext cx="5400000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2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7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8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11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 + Bilder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1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7999"/>
            <a:ext cx="3936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9" hasCustomPrompt="1"/>
          </p:nvPr>
        </p:nvSpPr>
        <p:spPr bwMode="gray">
          <a:xfrm>
            <a:off x="4128000" y="1727999"/>
            <a:ext cx="3936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6" name="Bildplatzhalter 5"/>
          <p:cNvSpPr>
            <a:spLocks noGrp="1" noChangeAspect="1"/>
          </p:cNvSpPr>
          <p:nvPr>
            <p:ph type="pic" sz="quarter" idx="20" hasCustomPrompt="1"/>
          </p:nvPr>
        </p:nvSpPr>
        <p:spPr bwMode="gray">
          <a:xfrm>
            <a:off x="8256000" y="1727999"/>
            <a:ext cx="3936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0" name="Inhaltsplatzhalter 9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4722296"/>
            <a:ext cx="11112000" cy="1145704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2" name="Rectangle 23"/>
          <p:cNvSpPr/>
          <p:nvPr userDrawn="1"/>
        </p:nvSpPr>
        <p:spPr bwMode="gray">
          <a:xfrm>
            <a:off x="538166" y="4232201"/>
            <a:ext cx="11117263" cy="2657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1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7999"/>
            <a:ext cx="12192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2" name="Rectangle 23"/>
          <p:cNvSpPr/>
          <p:nvPr userDrawn="1"/>
        </p:nvSpPr>
        <p:spPr bwMode="gray">
          <a:xfrm>
            <a:off x="540004" y="4232201"/>
            <a:ext cx="11115425" cy="2657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1" name="Inhaltsplatzhalter 9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4722296"/>
            <a:ext cx="11112000" cy="1145704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5184405"/>
            <a:ext cx="11112000" cy="1145704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7999"/>
            <a:ext cx="12192000" cy="3376886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2" name="Rectangle 23"/>
          <p:cNvSpPr/>
          <p:nvPr userDrawn="1"/>
        </p:nvSpPr>
        <p:spPr bwMode="gray">
          <a:xfrm>
            <a:off x="540004" y="4839185"/>
            <a:ext cx="11115425" cy="2657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1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8000"/>
            <a:ext cx="1219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59104"/>
            <a:ext cx="3349981" cy="3877792"/>
          </a:xfrm>
          <a:prstGeom prst="roundRect">
            <a:avLst>
              <a:gd name="adj" fmla="val 6772"/>
            </a:avLst>
          </a:prstGeom>
          <a:solidFill>
            <a:schemeClr val="accent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bg1"/>
              </a:buCl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0"/>
            <a:ext cx="12192000" cy="5868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59104"/>
            <a:ext cx="3349981" cy="3877792"/>
          </a:xfrm>
          <a:prstGeom prst="roundRect">
            <a:avLst>
              <a:gd name="adj" fmla="val 6772"/>
            </a:avLst>
          </a:prstGeom>
          <a:solidFill>
            <a:schemeClr val="accent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bg1"/>
              </a:buCl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Textfeld 2"/>
          <p:cNvSpPr txBox="1"/>
          <p:nvPr userDrawn="1"/>
        </p:nvSpPr>
        <p:spPr bwMode="gray">
          <a:xfrm>
            <a:off x="9575515" y="68836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59104"/>
            <a:ext cx="3349981" cy="3877792"/>
          </a:xfrm>
          <a:prstGeom prst="roundRect">
            <a:avLst>
              <a:gd name="adj" fmla="val 6772"/>
            </a:avLst>
          </a:prstGeom>
          <a:solidFill>
            <a:schemeClr val="accent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bg1"/>
              </a:buCl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Textfeld 2"/>
          <p:cNvSpPr txBox="1"/>
          <p:nvPr userDrawn="1"/>
        </p:nvSpPr>
        <p:spPr bwMode="gray">
          <a:xfrm>
            <a:off x="9575515" y="68836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6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7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8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8000"/>
            <a:ext cx="1219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40230"/>
            <a:ext cx="3349981" cy="3896666"/>
          </a:xfrm>
          <a:prstGeom prst="roundRect">
            <a:avLst>
              <a:gd name="adj" fmla="val 9502"/>
            </a:avLst>
          </a:prstGeom>
          <a:solidFill>
            <a:schemeClr val="bg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accent1"/>
              </a:buClr>
              <a:defRPr sz="16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11" name="Bildplatzhalter 3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52000" y="1287552"/>
            <a:ext cx="5400000" cy="2160000"/>
          </a:xfrm>
          <a:prstGeom prst="round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252000" y="3708000"/>
            <a:ext cx="5400000" cy="2160000"/>
          </a:xfrm>
          <a:prstGeom prst="round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540000" y="1255589"/>
            <a:ext cx="5400000" cy="4580444"/>
          </a:xfrm>
          <a:prstGeom prst="roundRect">
            <a:avLst>
              <a:gd name="adj" fmla="val 7684"/>
            </a:avLst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40000" y="5183308"/>
            <a:ext cx="5400000" cy="684694"/>
          </a:xfrm>
          <a:solidFill>
            <a:schemeClr val="bg1">
              <a:alpha val="90000"/>
            </a:schemeClr>
          </a:solidFill>
        </p:spPr>
        <p:txBody>
          <a:bodyPr wrap="square" lIns="180000" tIns="180000" rIns="180000" bIns="180000" anchor="b" anchorCtr="0">
            <a:spAutoFit/>
          </a:bodyPr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Bildbeschreibung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lken + Inhal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1126997" y="1837821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1126997" y="2083134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4991367" y="1948277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2" name="Textplatzhalter 17"/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1126997" y="2560565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1126997" y="2805878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17"/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4991367" y="2671021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7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1126997" y="3283309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1126997" y="3528622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37" hasCustomPrompt="1"/>
          </p:nvPr>
        </p:nvSpPr>
        <p:spPr bwMode="gray">
          <a:xfrm>
            <a:off x="4991367" y="3393765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17"/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1126997" y="4006053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2" name="Textplatzhalter 13"/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1126997" y="4251366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3" name="Textplatzhalter 17"/>
          <p:cNvSpPr>
            <a:spLocks noGrp="1"/>
          </p:cNvSpPr>
          <p:nvPr>
            <p:ph type="body" sz="quarter" idx="41" hasCustomPrompt="1"/>
          </p:nvPr>
        </p:nvSpPr>
        <p:spPr bwMode="gray">
          <a:xfrm>
            <a:off x="4991367" y="4116509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17"/>
          <p:cNvSpPr>
            <a:spLocks noGrp="1"/>
          </p:cNvSpPr>
          <p:nvPr>
            <p:ph type="body" sz="quarter" idx="43" hasCustomPrompt="1"/>
          </p:nvPr>
        </p:nvSpPr>
        <p:spPr bwMode="gray">
          <a:xfrm>
            <a:off x="1126997" y="4728797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6" name="Textplatzhalter 13"/>
          <p:cNvSpPr>
            <a:spLocks noGrp="1"/>
          </p:cNvSpPr>
          <p:nvPr>
            <p:ph type="body" sz="quarter" idx="44" hasCustomPrompt="1"/>
          </p:nvPr>
        </p:nvSpPr>
        <p:spPr bwMode="gray">
          <a:xfrm>
            <a:off x="1126997" y="4974110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45" hasCustomPrompt="1"/>
          </p:nvPr>
        </p:nvSpPr>
        <p:spPr bwMode="gray">
          <a:xfrm>
            <a:off x="4991367" y="4839253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47" hasCustomPrompt="1"/>
          </p:nvPr>
        </p:nvSpPr>
        <p:spPr bwMode="gray">
          <a:xfrm>
            <a:off x="1126997" y="5451543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0" name="Textplatzhalter 13"/>
          <p:cNvSpPr>
            <a:spLocks noGrp="1"/>
          </p:cNvSpPr>
          <p:nvPr>
            <p:ph type="body" sz="quarter" idx="48" hasCustomPrompt="1"/>
          </p:nvPr>
        </p:nvSpPr>
        <p:spPr bwMode="gray">
          <a:xfrm>
            <a:off x="1126997" y="5696856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1" name="Textplatzhalter 17"/>
          <p:cNvSpPr>
            <a:spLocks noGrp="1"/>
          </p:cNvSpPr>
          <p:nvPr>
            <p:ph type="body" sz="quarter" idx="49" hasCustomPrompt="1"/>
          </p:nvPr>
        </p:nvSpPr>
        <p:spPr bwMode="gray">
          <a:xfrm>
            <a:off x="4991367" y="5561999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3" name="Inhaltsplatzhalter 5"/>
          <p:cNvSpPr>
            <a:spLocks noGrp="1"/>
          </p:cNvSpPr>
          <p:nvPr>
            <p:ph sz="quarter" idx="50" hasCustomPrompt="1"/>
          </p:nvPr>
        </p:nvSpPr>
        <p:spPr bwMode="gray">
          <a:xfrm>
            <a:off x="6576000" y="3895883"/>
            <a:ext cx="5076000" cy="1972118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lken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6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538167" y="1847527"/>
            <a:ext cx="4183127" cy="3638841"/>
          </a:xfrm>
          <a:prstGeom prst="round2DiagRect">
            <a:avLst>
              <a:gd name="adj1" fmla="val 0"/>
              <a:gd name="adj2" fmla="val 14135"/>
            </a:avLst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0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5322707" y="2502995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5322707" y="2748308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10659551" y="2613451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4" name="Textplatzhalter 17"/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5322707" y="3225739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5322707" y="3471052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17"/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10659551" y="3336195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7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5322707" y="3948483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5322707" y="4193796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37" hasCustomPrompt="1"/>
          </p:nvPr>
        </p:nvSpPr>
        <p:spPr bwMode="gray">
          <a:xfrm>
            <a:off x="10659551" y="4058939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0" name="Textplatzhalter 17"/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5322707" y="4671227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13"/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5322707" y="4916540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2" name="Textplatzhalter 17"/>
          <p:cNvSpPr>
            <a:spLocks noGrp="1"/>
          </p:cNvSpPr>
          <p:nvPr>
            <p:ph type="body" sz="quarter" idx="41" hasCustomPrompt="1"/>
          </p:nvPr>
        </p:nvSpPr>
        <p:spPr bwMode="gray">
          <a:xfrm>
            <a:off x="10659551" y="4781683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phone + Tex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5" y="1115120"/>
            <a:ext cx="4994031" cy="4258793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pic>
        <p:nvPicPr>
          <p:cNvPr id="4" name="Grafik 3"/>
          <p:cNvPicPr>
            <a:picLocks noChangeAspect="1"/>
          </p:cNvPicPr>
          <p:nvPr userDrawn="1"/>
        </p:nvPicPr>
        <p:blipFill rotWithShape="1">
          <a:blip r:embed="rId2" cstate="screen"/>
          <a:srcRect l="29347" r="29869"/>
          <a:stretch>
            <a:fillRect/>
          </a:stretch>
        </p:blipFill>
        <p:spPr bwMode="gray">
          <a:xfrm>
            <a:off x="2908271" y="526552"/>
            <a:ext cx="2998856" cy="5612946"/>
          </a:xfrm>
          <a:prstGeom prst="rect">
            <a:avLst/>
          </a:prstGeom>
        </p:spPr>
      </p:pic>
      <p:sp>
        <p:nvSpPr>
          <p:cNvPr id="5" name="Bildplatzhalter 15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310313" y="1267224"/>
            <a:ext cx="2262659" cy="3950316"/>
          </a:xfrm>
          <a:prstGeom prst="rect">
            <a:avLst/>
          </a:prstGeom>
          <a:solidFill>
            <a:srgbClr val="FAFAFA"/>
          </a:solidFill>
        </p:spPr>
        <p:txBody>
          <a:bodyPr>
            <a:normAutofit/>
          </a:bodyPr>
          <a:lstStyle>
            <a:lvl1pPr marL="0" indent="0">
              <a:buNone/>
              <a:defRPr sz="1400">
                <a:latin typeface="Meta OT" panose="020B0504030101020104" pitchFamily="34" charset="0"/>
              </a:defRPr>
            </a:lvl1pPr>
          </a:lstStyle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40000" y="1984510"/>
            <a:ext cx="2436160" cy="2520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sz="2800" b="1">
                <a:solidFill>
                  <a:schemeClr val="bg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7483733" y="1790787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7483733" y="2082089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7483733" y="3074635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17"/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7483733" y="3365937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2" name="Textplatzhalter 17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7483733" y="4358482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4" name="Textplatzhalter 17"/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7483733" y="4649784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schirm + Tex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pic>
        <p:nvPicPr>
          <p:cNvPr id="3" name="Grafik 2" descr="Ein Bild, das Text, Screenshot, Anzeige, Bilderrahmen enthält.&#10;&#10;Automatisch generierte Beschreibung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35" t="-243" r="-4968" b="243"/>
          <a:stretch>
            <a:fillRect/>
          </a:stretch>
        </p:blipFill>
        <p:spPr bwMode="gray">
          <a:xfrm>
            <a:off x="1" y="903491"/>
            <a:ext cx="5580931" cy="4868535"/>
          </a:xfrm>
          <a:prstGeom prst="rect">
            <a:avLst/>
          </a:prstGeom>
        </p:spPr>
      </p:pic>
      <p:sp>
        <p:nvSpPr>
          <p:cNvPr id="6" name="Bildplatzhalter 5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1" y="1130325"/>
            <a:ext cx="5123731" cy="3263006"/>
          </a:xfrm>
          <a:prstGeom prst="rect">
            <a:avLst/>
          </a:prstGeom>
          <a:solidFill>
            <a:srgbClr val="262626"/>
          </a:solidFill>
        </p:spPr>
        <p:txBody>
          <a:bodyPr>
            <a:norm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  <a:latin typeface="Meta OT" panose="020B0504030101020104" pitchFamily="34" charset="0"/>
              </a:defRPr>
            </a:lvl1pPr>
          </a:lstStyle>
          <a:p>
            <a:br>
              <a:rPr lang="de-DE" dirty="0"/>
            </a:br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gray">
          <a:xfrm>
            <a:off x="3010641" y="4374565"/>
            <a:ext cx="1968871" cy="1502904"/>
          </a:xfrm>
          <a:prstGeom prst="rect">
            <a:avLst/>
          </a:prstGeom>
        </p:spPr>
      </p:pic>
      <p:sp>
        <p:nvSpPr>
          <p:cNvPr id="14" name="Bildplatzhalter 29"/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3690349" y="4567683"/>
            <a:ext cx="617847" cy="1066035"/>
          </a:xfrm>
          <a:prstGeom prst="rect">
            <a:avLst/>
          </a:prstGeom>
          <a:solidFill>
            <a:srgbClr val="FAFAFA"/>
          </a:solidFill>
        </p:spPr>
        <p:txBody>
          <a:bodyPr/>
          <a:lstStyle>
            <a:lvl1pPr marL="0" indent="0">
              <a:buNone/>
              <a:defRPr sz="1400">
                <a:latin typeface="Meta OT" panose="020B0504030101020104" pitchFamily="34" charset="0"/>
              </a:defRPr>
            </a:lvl1pPr>
          </a:lstStyle>
          <a:p>
            <a:r>
              <a:rPr lang="de-DE" dirty="0"/>
              <a:t>Bildplatzhalter</a:t>
            </a:r>
          </a:p>
        </p:txBody>
      </p:sp>
      <p:sp>
        <p:nvSpPr>
          <p:cNvPr id="24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7483733" y="1790787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6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7483733" y="2082089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7483733" y="3074635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7483733" y="3365937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0" name="Textplatzhalter 17"/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7483733" y="4358482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2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7483733" y="4649784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Freeform: Shape 8"/>
          <p:cNvSpPr/>
          <p:nvPr userDrawn="1"/>
        </p:nvSpPr>
        <p:spPr bwMode="gray">
          <a:xfrm>
            <a:off x="-754380" y="1728000"/>
            <a:ext cx="5748411" cy="4140000"/>
          </a:xfrm>
          <a:prstGeom prst="roundRect">
            <a:avLst>
              <a:gd name="adj" fmla="val 948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5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40002" y="2416701"/>
            <a:ext cx="2735047" cy="1455502"/>
          </a:xfrm>
        </p:spPr>
        <p:txBody>
          <a:bodyPr anchor="b"/>
          <a:lstStyle>
            <a:lvl1pPr marL="0" indent="0" algn="r">
              <a:lnSpc>
                <a:spcPct val="90000"/>
              </a:lnSpc>
              <a:spcAft>
                <a:spcPts val="0"/>
              </a:spcAft>
              <a:buNone/>
              <a:defRPr sz="2800" b="1">
                <a:solidFill>
                  <a:schemeClr val="bg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Vorname</a:t>
            </a:r>
            <a:br>
              <a:rPr lang="de-DE" dirty="0"/>
            </a:br>
            <a:r>
              <a:rPr lang="de-DE" dirty="0"/>
              <a:t>Name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6612000" y="1728000"/>
            <a:ext cx="504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Kontaktinformationen</a:t>
            </a:r>
          </a:p>
        </p:txBody>
      </p:sp>
      <p:sp>
        <p:nvSpPr>
          <p:cNvPr id="10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3795096" y="2599067"/>
            <a:ext cx="2397869" cy="2397869"/>
          </a:xfrm>
          <a:prstGeom prst="ellipse">
            <a:avLst/>
          </a:prstGeom>
          <a:solidFill>
            <a:schemeClr val="bg1"/>
          </a:solidFill>
          <a:ln w="635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540002" y="4189441"/>
            <a:ext cx="2735047" cy="205157"/>
          </a:xfrm>
        </p:spPr>
        <p:txBody>
          <a:bodyPr anchor="b"/>
          <a:lstStyle>
            <a:lvl1pPr marL="0" indent="0" algn="r">
              <a:lnSpc>
                <a:spcPct val="90000"/>
              </a:lnSpc>
              <a:buNone/>
              <a:defRPr sz="1400" b="0" cap="all" spc="300" baseline="0">
                <a:solidFill>
                  <a:schemeClr val="bg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Position</a:t>
            </a:r>
          </a:p>
        </p:txBody>
      </p:sp>
      <p:cxnSp>
        <p:nvCxnSpPr>
          <p:cNvPr id="20" name="Straight Connector 8"/>
          <p:cNvCxnSpPr/>
          <p:nvPr userDrawn="1"/>
        </p:nvCxnSpPr>
        <p:spPr bwMode="gray">
          <a:xfrm>
            <a:off x="2555045" y="4032256"/>
            <a:ext cx="72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21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hell)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8"/>
          <p:cNvSpPr/>
          <p:nvPr userDrawn="1"/>
        </p:nvSpPr>
        <p:spPr bwMode="gray">
          <a:xfrm>
            <a:off x="-754380" y="1728000"/>
            <a:ext cx="5748411" cy="4140000"/>
          </a:xfrm>
          <a:prstGeom prst="roundRect">
            <a:avLst>
              <a:gd name="adj" fmla="val 9489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40002" y="2416701"/>
            <a:ext cx="2735047" cy="1455502"/>
          </a:xfrm>
        </p:spPr>
        <p:txBody>
          <a:bodyPr anchor="b"/>
          <a:lstStyle>
            <a:lvl1pPr marL="0" indent="0" algn="r">
              <a:lnSpc>
                <a:spcPct val="90000"/>
              </a:lnSpc>
              <a:spcAft>
                <a:spcPts val="0"/>
              </a:spcAft>
              <a:buNone/>
              <a:defRPr sz="2800" b="1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Vorname</a:t>
            </a:r>
            <a:br>
              <a:rPr lang="de-DE" dirty="0"/>
            </a:br>
            <a:r>
              <a:rPr lang="de-DE" dirty="0"/>
              <a:t>Name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6612000" y="1728000"/>
            <a:ext cx="504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Kontaktinformationen</a:t>
            </a:r>
          </a:p>
        </p:txBody>
      </p:sp>
      <p:sp>
        <p:nvSpPr>
          <p:cNvPr id="10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3795096" y="2599067"/>
            <a:ext cx="2397869" cy="2397869"/>
          </a:xfrm>
          <a:prstGeom prst="ellipse">
            <a:avLst/>
          </a:prstGeom>
          <a:solidFill>
            <a:schemeClr val="bg1"/>
          </a:solidFill>
          <a:ln w="635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540002" y="4189441"/>
            <a:ext cx="2735047" cy="205157"/>
          </a:xfrm>
        </p:spPr>
        <p:txBody>
          <a:bodyPr anchor="b"/>
          <a:lstStyle>
            <a:lvl1pPr marL="0" indent="0" algn="r">
              <a:lnSpc>
                <a:spcPct val="90000"/>
              </a:lnSpc>
              <a:buNone/>
              <a:defRPr sz="1400" b="0" cap="all" spc="300" baseline="0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Position</a:t>
            </a:r>
          </a:p>
        </p:txBody>
      </p:sp>
      <p:cxnSp>
        <p:nvCxnSpPr>
          <p:cNvPr id="12" name="Straight Connector 8"/>
          <p:cNvCxnSpPr/>
          <p:nvPr userDrawn="1"/>
        </p:nvCxnSpPr>
        <p:spPr bwMode="gray">
          <a:xfrm>
            <a:off x="2555045" y="4032256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/>
          <p:cNvSpPr txBox="1"/>
          <p:nvPr userDrawn="1"/>
        </p:nvSpPr>
        <p:spPr bwMode="gray">
          <a:xfrm>
            <a:off x="13258800" y="2912533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14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6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8"/>
          <p:cNvSpPr/>
          <p:nvPr userDrawn="1"/>
        </p:nvSpPr>
        <p:spPr bwMode="gray">
          <a:xfrm>
            <a:off x="5" y="-1"/>
            <a:ext cx="12191999" cy="6858001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4114800" y="3159004"/>
            <a:ext cx="7531893" cy="800467"/>
          </a:xfrm>
        </p:spPr>
        <p:txBody>
          <a:bodyPr/>
          <a:lstStyle>
            <a:lvl1pPr algn="ctr">
              <a:defRPr sz="66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sp>
        <p:nvSpPr>
          <p:cNvPr id="19" name="Bildplatzhalter 18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0"/>
            <a:ext cx="4114800" cy="6858000"/>
          </a:xfrm>
          <a:prstGeom prst="round1Rect">
            <a:avLst>
              <a:gd name="adj" fmla="val 11333"/>
            </a:avLst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pic>
        <p:nvPicPr>
          <p:cNvPr id="7" name="Grafik 6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8"/>
          <p:cNvSpPr/>
          <p:nvPr userDrawn="1"/>
        </p:nvSpPr>
        <p:spPr bwMode="gray">
          <a:xfrm>
            <a:off x="5" y="-1"/>
            <a:ext cx="12191999" cy="6858001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38165" y="2463322"/>
            <a:ext cx="11108531" cy="800467"/>
          </a:xfrm>
        </p:spPr>
        <p:txBody>
          <a:bodyPr/>
          <a:lstStyle>
            <a:lvl1pPr algn="ctr">
              <a:defRPr sz="66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1713"/>
          <a:stretch>
            <a:fillRect/>
          </a:stretch>
        </p:blipFill>
        <p:spPr>
          <a:xfrm>
            <a:off x="410319" y="-1225267"/>
            <a:ext cx="11364220" cy="7776177"/>
          </a:xfrm>
          <a:prstGeom prst="rect">
            <a:avLst/>
          </a:prstGeom>
        </p:spPr>
      </p:pic>
      <p:sp>
        <p:nvSpPr>
          <p:cNvPr id="4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836313" y="4590256"/>
            <a:ext cx="8512232" cy="1834363"/>
          </a:xfrm>
        </p:spPr>
        <p:txBody>
          <a:bodyPr numCol="2" spcCol="18000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Kontakt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2828224"/>
            <a:ext cx="11112000" cy="540000"/>
          </a:xfrm>
        </p:spPr>
        <p:txBody>
          <a:bodyPr/>
          <a:lstStyle>
            <a:lvl1pPr>
              <a:defRPr sz="48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000" y="3747975"/>
            <a:ext cx="7920000" cy="814769"/>
          </a:xfrm>
        </p:spPr>
        <p:txBody>
          <a:bodyPr numCol="2" spcCol="18000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Kontakt</a:t>
            </a:r>
          </a:p>
        </p:txBody>
      </p:sp>
      <p:grpSp>
        <p:nvGrpSpPr>
          <p:cNvPr id="4" name="Gruppieren 3"/>
          <p:cNvGrpSpPr/>
          <p:nvPr userDrawn="1"/>
        </p:nvGrpSpPr>
        <p:grpSpPr>
          <a:xfrm>
            <a:off x="8589755" y="3294570"/>
            <a:ext cx="4177596" cy="3174456"/>
            <a:chOff x="8860223" y="3611128"/>
            <a:chExt cx="3866783" cy="2938277"/>
          </a:xfrm>
        </p:grpSpPr>
        <p:sp>
          <p:nvSpPr>
            <p:cNvPr id="7" name="Abgerundetes Rechteck 6"/>
            <p:cNvSpPr/>
            <p:nvPr userDrawn="1"/>
          </p:nvSpPr>
          <p:spPr bwMode="gray">
            <a:xfrm rot="10800000">
              <a:off x="8860223" y="5748716"/>
              <a:ext cx="2537455" cy="800688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8" name="Träne 7"/>
            <p:cNvSpPr/>
            <p:nvPr userDrawn="1"/>
          </p:nvSpPr>
          <p:spPr bwMode="gray">
            <a:xfrm rot="5400000">
              <a:off x="9799540" y="4948089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Ecken des Rechtecks auf der gleichen Seite abrunden 8"/>
            <p:cNvSpPr/>
            <p:nvPr userDrawn="1"/>
          </p:nvSpPr>
          <p:spPr bwMode="gray">
            <a:xfrm rot="5400000">
              <a:off x="10199822" y="4547678"/>
              <a:ext cx="1601386" cy="8006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0" name="Freihandform 9"/>
            <p:cNvSpPr/>
            <p:nvPr userDrawn="1"/>
          </p:nvSpPr>
          <p:spPr bwMode="gray">
            <a:xfrm rot="10800000">
              <a:off x="11403920" y="3611128"/>
              <a:ext cx="800695" cy="1601391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2" name="Träne 11"/>
            <p:cNvSpPr/>
            <p:nvPr userDrawn="1"/>
          </p:nvSpPr>
          <p:spPr bwMode="gray">
            <a:xfrm rot="16200000">
              <a:off x="11403815" y="5226215"/>
              <a:ext cx="1323297" cy="132308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cxnSp>
        <p:nvCxnSpPr>
          <p:cNvPr id="14" name="Straight Connector 8"/>
          <p:cNvCxnSpPr/>
          <p:nvPr userDrawn="1"/>
        </p:nvCxnSpPr>
        <p:spPr bwMode="gray">
          <a:xfrm>
            <a:off x="540000" y="3554185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grpSp>
        <p:nvGrpSpPr>
          <p:cNvPr id="4" name="Gruppieren 3"/>
          <p:cNvGrpSpPr/>
          <p:nvPr userDrawn="1"/>
        </p:nvGrpSpPr>
        <p:grpSpPr>
          <a:xfrm rot="5400000" flipH="1">
            <a:off x="-64243" y="-643043"/>
            <a:ext cx="4337797" cy="3132967"/>
            <a:chOff x="8235924" y="3649527"/>
            <a:chExt cx="4015066" cy="2899876"/>
          </a:xfrm>
        </p:grpSpPr>
        <p:sp>
          <p:nvSpPr>
            <p:cNvPr id="7" name="Abgerundetes Rechteck 6"/>
            <p:cNvSpPr/>
            <p:nvPr userDrawn="1"/>
          </p:nvSpPr>
          <p:spPr bwMode="gray">
            <a:xfrm rot="10800000">
              <a:off x="8235924" y="5748715"/>
              <a:ext cx="4015066" cy="800688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8" name="Träne 7"/>
            <p:cNvSpPr/>
            <p:nvPr userDrawn="1"/>
          </p:nvSpPr>
          <p:spPr bwMode="gray">
            <a:xfrm rot="5400000">
              <a:off x="8812971" y="4948090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Ecken des Rechtecks auf der gleichen Seite abrunden 8"/>
            <p:cNvSpPr/>
            <p:nvPr userDrawn="1"/>
          </p:nvSpPr>
          <p:spPr bwMode="gray">
            <a:xfrm rot="5400000">
              <a:off x="8964351" y="4298777"/>
              <a:ext cx="2099190" cy="800693"/>
            </a:xfrm>
            <a:prstGeom prst="round2SameRect">
              <a:avLst>
                <a:gd name="adj1" fmla="val 48679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2" name="Oval 11"/>
            <p:cNvSpPr/>
            <p:nvPr userDrawn="1"/>
          </p:nvSpPr>
          <p:spPr bwMode="gray">
            <a:xfrm rot="5400000">
              <a:off x="10416078" y="3649634"/>
              <a:ext cx="1323297" cy="132308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3632678"/>
            <a:ext cx="4443480" cy="540000"/>
          </a:xfrm>
        </p:spPr>
        <p:txBody>
          <a:bodyPr/>
          <a:lstStyle>
            <a:lvl1pPr>
              <a:defRPr sz="48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000" y="4577570"/>
            <a:ext cx="4443480" cy="1834363"/>
          </a:xfrm>
        </p:spPr>
        <p:txBody>
          <a:bodyPr numCol="2" spcCol="18000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Kontakt</a:t>
            </a:r>
          </a:p>
        </p:txBody>
      </p:sp>
      <p:sp>
        <p:nvSpPr>
          <p:cNvPr id="14" name="Textfeld 13"/>
          <p:cNvSpPr txBox="1"/>
          <p:nvPr userDrawn="1"/>
        </p:nvSpPr>
        <p:spPr bwMode="gray">
          <a:xfrm>
            <a:off x="-1680211" y="37833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13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503672" y="1727200"/>
            <a:ext cx="6226493" cy="4697410"/>
          </a:xfrm>
          <a:prstGeom prst="round2DiagRect">
            <a:avLst>
              <a:gd name="adj1" fmla="val 12052"/>
              <a:gd name="adj2" fmla="val 0"/>
            </a:avLst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7" name="Textfeld 16"/>
          <p:cNvSpPr txBox="1"/>
          <p:nvPr userDrawn="1"/>
        </p:nvSpPr>
        <p:spPr bwMode="gray">
          <a:xfrm>
            <a:off x="-2527069" y="314221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cxnSp>
        <p:nvCxnSpPr>
          <p:cNvPr id="15" name="Straight Connector 8"/>
          <p:cNvCxnSpPr/>
          <p:nvPr userDrawn="1"/>
        </p:nvCxnSpPr>
        <p:spPr bwMode="gray">
          <a:xfrm>
            <a:off x="540000" y="4358639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8"/>
          <p:cNvSpPr/>
          <p:nvPr userDrawn="1"/>
        </p:nvSpPr>
        <p:spPr bwMode="gray">
          <a:xfrm>
            <a:off x="-2048296" y="3028950"/>
            <a:ext cx="11029951" cy="2844800"/>
          </a:xfrm>
          <a:prstGeom prst="roundRect">
            <a:avLst>
              <a:gd name="adj" fmla="val 1774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5" y="3767352"/>
            <a:ext cx="6317999" cy="540000"/>
          </a:xfrm>
        </p:spPr>
        <p:txBody>
          <a:bodyPr/>
          <a:lstStyle>
            <a:lvl1pPr>
              <a:defRPr sz="44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grpSp>
        <p:nvGrpSpPr>
          <p:cNvPr id="24" name="Gruppieren 23"/>
          <p:cNvGrpSpPr/>
          <p:nvPr userDrawn="1"/>
        </p:nvGrpSpPr>
        <p:grpSpPr>
          <a:xfrm rot="16200000">
            <a:off x="9052317" y="512273"/>
            <a:ext cx="3426623" cy="2402084"/>
            <a:chOff x="7582680" y="1972513"/>
            <a:chExt cx="4621936" cy="3240006"/>
          </a:xfrm>
        </p:grpSpPr>
        <p:sp>
          <p:nvSpPr>
            <p:cNvPr id="16" name="Abgerundetes Rechteck 15"/>
            <p:cNvSpPr/>
            <p:nvPr userDrawn="1"/>
          </p:nvSpPr>
          <p:spPr bwMode="gray">
            <a:xfrm rot="10800000">
              <a:off x="7582680" y="4132515"/>
              <a:ext cx="3630368" cy="1079993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7" name="Träne 16"/>
            <p:cNvSpPr/>
            <p:nvPr userDrawn="1"/>
          </p:nvSpPr>
          <p:spPr bwMode="gray">
            <a:xfrm rot="5400000">
              <a:off x="9053134" y="3052600"/>
              <a:ext cx="1080000" cy="1079826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8" name="Ecken des Rechtecks auf der gleichen Seite abrunden 17"/>
            <p:cNvSpPr/>
            <p:nvPr userDrawn="1"/>
          </p:nvSpPr>
          <p:spPr bwMode="gray">
            <a:xfrm rot="5400000">
              <a:off x="9593047" y="2512513"/>
              <a:ext cx="2160000" cy="10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20" name="Freihandform 19"/>
            <p:cNvSpPr/>
            <p:nvPr userDrawn="1"/>
          </p:nvSpPr>
          <p:spPr bwMode="gray">
            <a:xfrm rot="10800000">
              <a:off x="11124613" y="3052513"/>
              <a:ext cx="1080003" cy="2160006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accent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8" name="Textfeld 7"/>
          <p:cNvSpPr txBox="1"/>
          <p:nvPr userDrawn="1"/>
        </p:nvSpPr>
        <p:spPr bwMode="gray">
          <a:xfrm>
            <a:off x="3554731" y="761238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5" y="6245042"/>
            <a:ext cx="6519175" cy="17957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/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cxnSp>
        <p:nvCxnSpPr>
          <p:cNvPr id="7" name="Straight Connector 8"/>
          <p:cNvCxnSpPr/>
          <p:nvPr userDrawn="1"/>
        </p:nvCxnSpPr>
        <p:spPr bwMode="gray">
          <a:xfrm>
            <a:off x="540000" y="5250573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86387" y="254416"/>
            <a:ext cx="2743200" cy="718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 Titel ohne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3" y="2069824"/>
            <a:ext cx="5735071" cy="1359176"/>
          </a:xfrm>
        </p:spPr>
        <p:txBody>
          <a:bodyPr/>
          <a:lstStyle>
            <a:lvl1pPr>
              <a:defRPr sz="5400" cap="all" spc="400" baseline="0"/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11" name="Freeform: Shape 8"/>
          <p:cNvSpPr/>
          <p:nvPr userDrawn="1"/>
        </p:nvSpPr>
        <p:spPr bwMode="gray">
          <a:xfrm>
            <a:off x="7932421" y="0"/>
            <a:ext cx="4259579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5" y="6245042"/>
            <a:ext cx="6519175" cy="17957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/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grpSp>
        <p:nvGrpSpPr>
          <p:cNvPr id="17" name="Gruppieren 16"/>
          <p:cNvGrpSpPr/>
          <p:nvPr userDrawn="1"/>
        </p:nvGrpSpPr>
        <p:grpSpPr>
          <a:xfrm>
            <a:off x="8589755" y="3294570"/>
            <a:ext cx="4177596" cy="3174456"/>
            <a:chOff x="8860223" y="3611128"/>
            <a:chExt cx="3866783" cy="2938277"/>
          </a:xfrm>
        </p:grpSpPr>
        <p:sp>
          <p:nvSpPr>
            <p:cNvPr id="8" name="Abgerundetes Rechteck 7"/>
            <p:cNvSpPr/>
            <p:nvPr userDrawn="1"/>
          </p:nvSpPr>
          <p:spPr bwMode="gray">
            <a:xfrm rot="10800000">
              <a:off x="8860223" y="5748716"/>
              <a:ext cx="2537455" cy="800688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Träne 8"/>
            <p:cNvSpPr/>
            <p:nvPr userDrawn="1"/>
          </p:nvSpPr>
          <p:spPr bwMode="gray">
            <a:xfrm rot="5400000">
              <a:off x="9799540" y="4948089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0" name="Ecken des Rechtecks auf der gleichen Seite abrunden 9"/>
            <p:cNvSpPr/>
            <p:nvPr userDrawn="1"/>
          </p:nvSpPr>
          <p:spPr bwMode="gray">
            <a:xfrm rot="5400000">
              <a:off x="10199822" y="4547678"/>
              <a:ext cx="1601386" cy="8006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3" name="Freihandform 12"/>
            <p:cNvSpPr/>
            <p:nvPr userDrawn="1"/>
          </p:nvSpPr>
          <p:spPr bwMode="gray">
            <a:xfrm rot="10800000">
              <a:off x="11403920" y="3611128"/>
              <a:ext cx="800695" cy="1601391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6" name="Träne 15"/>
            <p:cNvSpPr/>
            <p:nvPr userDrawn="1"/>
          </p:nvSpPr>
          <p:spPr bwMode="gray">
            <a:xfrm rot="16200000">
              <a:off x="11403815" y="5226215"/>
              <a:ext cx="1323297" cy="132308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pic>
        <p:nvPicPr>
          <p:cNvPr id="12" name="Grafik 11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  <p:cxnSp>
        <p:nvCxnSpPr>
          <p:cNvPr id="6" name="Straight Connector 8"/>
          <p:cNvCxnSpPr/>
          <p:nvPr userDrawn="1"/>
        </p:nvCxnSpPr>
        <p:spPr bwMode="gray">
          <a:xfrm>
            <a:off x="540000" y="4440992"/>
            <a:ext cx="144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platzhalter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538163" y="3684083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Zweite Headline</a:t>
            </a:r>
          </a:p>
        </p:txBody>
      </p:sp>
      <p:sp>
        <p:nvSpPr>
          <p:cNvPr id="15" name="Textplatzhalter 5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538163" y="4037359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Optionaler 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 Titel ohne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uppieren 6"/>
          <p:cNvGrpSpPr/>
          <p:nvPr userDrawn="1"/>
        </p:nvGrpSpPr>
        <p:grpSpPr>
          <a:xfrm>
            <a:off x="7806691" y="3250157"/>
            <a:ext cx="4960660" cy="3174456"/>
            <a:chOff x="8135419" y="3611128"/>
            <a:chExt cx="4591587" cy="2938277"/>
          </a:xfrm>
        </p:grpSpPr>
        <p:sp>
          <p:nvSpPr>
            <p:cNvPr id="8" name="Abgerundetes Rechteck 7"/>
            <p:cNvSpPr/>
            <p:nvPr userDrawn="1"/>
          </p:nvSpPr>
          <p:spPr bwMode="gray">
            <a:xfrm rot="10800000">
              <a:off x="8135419" y="5748716"/>
              <a:ext cx="3262258" cy="800688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Träne 8"/>
            <p:cNvSpPr/>
            <p:nvPr userDrawn="1"/>
          </p:nvSpPr>
          <p:spPr bwMode="gray">
            <a:xfrm rot="5400000">
              <a:off x="9799540" y="4948089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0" name="Ecken des Rechtecks auf der gleichen Seite abrunden 9"/>
            <p:cNvSpPr/>
            <p:nvPr userDrawn="1"/>
          </p:nvSpPr>
          <p:spPr bwMode="gray">
            <a:xfrm rot="5400000">
              <a:off x="10199822" y="4547678"/>
              <a:ext cx="1601386" cy="8006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4" name="Freihandform 13"/>
            <p:cNvSpPr/>
            <p:nvPr userDrawn="1"/>
          </p:nvSpPr>
          <p:spPr bwMode="gray">
            <a:xfrm rot="10800000">
              <a:off x="11403920" y="3611128"/>
              <a:ext cx="800695" cy="1601391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5" name="Träne 14"/>
            <p:cNvSpPr/>
            <p:nvPr userDrawn="1"/>
          </p:nvSpPr>
          <p:spPr bwMode="gray">
            <a:xfrm rot="16200000">
              <a:off x="11403815" y="5226215"/>
              <a:ext cx="1323297" cy="132308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88551" y="254658"/>
            <a:ext cx="2743200" cy="718681"/>
          </a:xfrm>
          <a:prstGeom prst="rect">
            <a:avLst/>
          </a:prstGeom>
        </p:spPr>
      </p:pic>
      <p:sp>
        <p:nvSpPr>
          <p:cNvPr id="16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3" y="2069824"/>
            <a:ext cx="5735071" cy="1359176"/>
          </a:xfrm>
        </p:spPr>
        <p:txBody>
          <a:bodyPr/>
          <a:lstStyle>
            <a:lvl1pPr>
              <a:defRPr sz="5400" cap="all" spc="400" baseline="0"/>
            </a:lvl1pPr>
          </a:lstStyle>
          <a:p>
            <a:r>
              <a:rPr lang="de-DE" noProof="0" dirty="0"/>
              <a:t>Titel Ihrer Präsentation</a:t>
            </a:r>
          </a:p>
        </p:txBody>
      </p:sp>
      <p:cxnSp>
        <p:nvCxnSpPr>
          <p:cNvPr id="17" name="Straight Connector 8"/>
          <p:cNvCxnSpPr/>
          <p:nvPr userDrawn="1"/>
        </p:nvCxnSpPr>
        <p:spPr bwMode="gray">
          <a:xfrm>
            <a:off x="540000" y="4440992"/>
            <a:ext cx="144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platzhalter 5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538163" y="3684083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Zweite Headline</a:t>
            </a:r>
          </a:p>
        </p:txBody>
      </p:sp>
      <p:sp>
        <p:nvSpPr>
          <p:cNvPr id="20" name="Textplatzhalter 5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538163" y="4037359"/>
            <a:ext cx="5735071" cy="179573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/>
            </a:lvl1pPr>
          </a:lstStyle>
          <a:p>
            <a:pPr lvl="0"/>
            <a:r>
              <a:rPr lang="de-DE" dirty="0"/>
              <a:t>Optionaler Text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10" name="Bildplatzhalter 9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1" y="1244140"/>
            <a:ext cx="11651467" cy="3307824"/>
          </a:xfrm>
          <a:custGeom>
            <a:avLst/>
            <a:gdLst>
              <a:gd name="connsiteX0" fmla="*/ 0 w 11655425"/>
              <a:gd name="connsiteY0" fmla="*/ 0 h 4120164"/>
              <a:gd name="connsiteX1" fmla="*/ 9595343 w 11655425"/>
              <a:gd name="connsiteY1" fmla="*/ 0 h 4120164"/>
              <a:gd name="connsiteX2" fmla="*/ 11655425 w 11655425"/>
              <a:gd name="connsiteY2" fmla="*/ 2060082 h 4120164"/>
              <a:gd name="connsiteX3" fmla="*/ 9595343 w 11655425"/>
              <a:gd name="connsiteY3" fmla="*/ 4120164 h 4120164"/>
              <a:gd name="connsiteX4" fmla="*/ 0 w 11655425"/>
              <a:gd name="connsiteY4" fmla="*/ 4120164 h 4120164"/>
              <a:gd name="connsiteX0-1" fmla="*/ 0 w 11655425"/>
              <a:gd name="connsiteY0-2" fmla="*/ 0 h 4120164"/>
              <a:gd name="connsiteX1-3" fmla="*/ 9595343 w 11655425"/>
              <a:gd name="connsiteY1-4" fmla="*/ 0 h 4120164"/>
              <a:gd name="connsiteX2-5" fmla="*/ 11655425 w 11655425"/>
              <a:gd name="connsiteY2-6" fmla="*/ 2060082 h 4120164"/>
              <a:gd name="connsiteX3-7" fmla="*/ 9595343 w 11655425"/>
              <a:gd name="connsiteY3-8" fmla="*/ 4120164 h 4120164"/>
              <a:gd name="connsiteX4-9" fmla="*/ 0 w 11655425"/>
              <a:gd name="connsiteY4-10" fmla="*/ 4120164 h 4120164"/>
              <a:gd name="connsiteX5" fmla="*/ 0 w 11655425"/>
              <a:gd name="connsiteY5" fmla="*/ 0 h 4120164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" y="connsiteY5"/>
              </a:cxn>
            </a:cxnLst>
            <a:rect l="l" t="t" r="r" b="b"/>
            <a:pathLst>
              <a:path w="11655425" h="4120164">
                <a:moveTo>
                  <a:pt x="0" y="0"/>
                </a:moveTo>
                <a:lnTo>
                  <a:pt x="9595343" y="0"/>
                </a:lnTo>
                <a:cubicBezTo>
                  <a:pt x="10733095" y="0"/>
                  <a:pt x="11655425" y="648137"/>
                  <a:pt x="11655425" y="2060082"/>
                </a:cubicBezTo>
                <a:cubicBezTo>
                  <a:pt x="11655425" y="3472027"/>
                  <a:pt x="10733095" y="4120164"/>
                  <a:pt x="9595343" y="4120164"/>
                </a:cubicBezTo>
                <a:lnTo>
                  <a:pt x="0" y="4120164"/>
                </a:lnTo>
                <a:lnTo>
                  <a:pt x="0" y="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903319"/>
            <a:ext cx="11112000" cy="540000"/>
          </a:xfrm>
        </p:spPr>
        <p:txBody>
          <a:bodyPr/>
          <a:lstStyle>
            <a:lvl1pPr>
              <a:defRPr sz="40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7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5495200"/>
            <a:ext cx="1111200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3" y="6220043"/>
            <a:ext cx="11110939" cy="216000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cxnSp>
        <p:nvCxnSpPr>
          <p:cNvPr id="4" name="Straight Connector 8"/>
          <p:cNvCxnSpPr/>
          <p:nvPr userDrawn="1"/>
        </p:nvCxnSpPr>
        <p:spPr bwMode="gray">
          <a:xfrm>
            <a:off x="540000" y="6026253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76248" y="26181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10" name="Bildplatzhalter 9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5" y="0"/>
            <a:ext cx="12191999" cy="4336928"/>
          </a:xfrm>
          <a:prstGeom prst="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903319"/>
            <a:ext cx="11112000" cy="540000"/>
          </a:xfrm>
        </p:spPr>
        <p:txBody>
          <a:bodyPr/>
          <a:lstStyle>
            <a:lvl1pPr>
              <a:defRPr sz="40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7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5495200"/>
            <a:ext cx="1111200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533" y="6220043"/>
            <a:ext cx="11110939" cy="216000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1100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Optionaler Text</a:t>
            </a:r>
          </a:p>
        </p:txBody>
      </p:sp>
      <p:cxnSp>
        <p:nvCxnSpPr>
          <p:cNvPr id="8" name="Straight Connector 8"/>
          <p:cNvCxnSpPr/>
          <p:nvPr userDrawn="1"/>
        </p:nvCxnSpPr>
        <p:spPr bwMode="gray">
          <a:xfrm>
            <a:off x="540000" y="6026253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uppieren 8"/>
          <p:cNvGrpSpPr>
            <a:grpSpLocks noChangeAspect="1"/>
          </p:cNvGrpSpPr>
          <p:nvPr userDrawn="1"/>
        </p:nvGrpSpPr>
        <p:grpSpPr>
          <a:xfrm>
            <a:off x="8765381" y="1720044"/>
            <a:ext cx="3426623" cy="2402084"/>
            <a:chOff x="7582680" y="1972513"/>
            <a:chExt cx="4621936" cy="3240006"/>
          </a:xfrm>
        </p:grpSpPr>
        <p:sp>
          <p:nvSpPr>
            <p:cNvPr id="12" name="Abgerundetes Rechteck 11"/>
            <p:cNvSpPr/>
            <p:nvPr userDrawn="1"/>
          </p:nvSpPr>
          <p:spPr bwMode="gray">
            <a:xfrm rot="10800000">
              <a:off x="7582680" y="4132515"/>
              <a:ext cx="3630368" cy="1079993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3" name="Träne 12"/>
            <p:cNvSpPr/>
            <p:nvPr userDrawn="1"/>
          </p:nvSpPr>
          <p:spPr bwMode="gray">
            <a:xfrm rot="5400000">
              <a:off x="9053134" y="3052600"/>
              <a:ext cx="1080000" cy="1079826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4" name="Ecken des Rechtecks auf der gleichen Seite abrunden 13"/>
            <p:cNvSpPr/>
            <p:nvPr userDrawn="1"/>
          </p:nvSpPr>
          <p:spPr bwMode="gray">
            <a:xfrm rot="5400000">
              <a:off x="9593047" y="2512513"/>
              <a:ext cx="2160000" cy="1080000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5" name="Freihandform 14"/>
            <p:cNvSpPr/>
            <p:nvPr userDrawn="1"/>
          </p:nvSpPr>
          <p:spPr bwMode="gray">
            <a:xfrm rot="10800000">
              <a:off x="11124613" y="3052513"/>
              <a:ext cx="1080003" cy="2160006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accent1">
                <a:alpha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pic>
        <p:nvPicPr>
          <p:cNvPr id="17" name="Grafik 16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381155" y="253114"/>
            <a:ext cx="2743200" cy="7186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C Titel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1" y="2704992"/>
            <a:ext cx="6567811" cy="1672597"/>
          </a:xfrm>
        </p:spPr>
        <p:txBody>
          <a:bodyPr anchor="ctr"/>
          <a:lstStyle>
            <a:lvl1pPr>
              <a:defRPr sz="54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Titel Ihrer Präsentation</a:t>
            </a:r>
          </a:p>
        </p:txBody>
      </p:sp>
      <p:sp>
        <p:nvSpPr>
          <p:cNvPr id="15" name="Textfeld 14"/>
          <p:cNvSpPr txBox="1"/>
          <p:nvPr userDrawn="1"/>
        </p:nvSpPr>
        <p:spPr bwMode="gray">
          <a:xfrm>
            <a:off x="-952107" y="34219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17" name="Textfeld 16"/>
          <p:cNvSpPr txBox="1"/>
          <p:nvPr userDrawn="1"/>
        </p:nvSpPr>
        <p:spPr bwMode="gray">
          <a:xfrm>
            <a:off x="3026004" y="-70701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grpSp>
        <p:nvGrpSpPr>
          <p:cNvPr id="21" name="Gruppieren 20"/>
          <p:cNvGrpSpPr/>
          <p:nvPr userDrawn="1"/>
        </p:nvGrpSpPr>
        <p:grpSpPr>
          <a:xfrm>
            <a:off x="-1590" y="-5"/>
            <a:ext cx="2984900" cy="1979629"/>
            <a:chOff x="-1590" y="-5"/>
            <a:chExt cx="2984900" cy="1979629"/>
          </a:xfrm>
        </p:grpSpPr>
        <p:sp>
          <p:nvSpPr>
            <p:cNvPr id="20" name="Rechteck 19"/>
            <p:cNvSpPr/>
            <p:nvPr userDrawn="1"/>
          </p:nvSpPr>
          <p:spPr bwMode="gray">
            <a:xfrm rot="10800000">
              <a:off x="961532" y="-3"/>
              <a:ext cx="1508289" cy="100473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8" name="Träne 17"/>
            <p:cNvSpPr/>
            <p:nvPr userDrawn="1"/>
          </p:nvSpPr>
          <p:spPr bwMode="gray">
            <a:xfrm rot="10800000">
              <a:off x="1978410" y="-2"/>
              <a:ext cx="1004900" cy="1004738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9" name="Oval 18"/>
            <p:cNvSpPr/>
            <p:nvPr userDrawn="1"/>
          </p:nvSpPr>
          <p:spPr bwMode="gray">
            <a:xfrm rot="10800000">
              <a:off x="-1590" y="-5"/>
              <a:ext cx="1980000" cy="197962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22" name="Ecken des Rechtecks auf der gleichen Seite abrunden 21"/>
          <p:cNvSpPr/>
          <p:nvPr userDrawn="1"/>
        </p:nvSpPr>
        <p:spPr bwMode="gray">
          <a:xfrm rot="5400000">
            <a:off x="5915334" y="507081"/>
            <a:ext cx="1963393" cy="981697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3" name="Freihandform 22"/>
          <p:cNvSpPr/>
          <p:nvPr userDrawn="1"/>
        </p:nvSpPr>
        <p:spPr bwMode="gray">
          <a:xfrm rot="10800000">
            <a:off x="5924928" y="999987"/>
            <a:ext cx="489821" cy="979643"/>
          </a:xfrm>
          <a:custGeom>
            <a:avLst/>
            <a:gdLst>
              <a:gd name="connsiteX0" fmla="*/ 0 w 540000"/>
              <a:gd name="connsiteY0" fmla="*/ 0 h 1080000"/>
              <a:gd name="connsiteX1" fmla="*/ 540000 w 540000"/>
              <a:gd name="connsiteY1" fmla="*/ 540000 h 1080000"/>
              <a:gd name="connsiteX2" fmla="*/ 0 w 540000"/>
              <a:gd name="connsiteY2" fmla="*/ 1080000 h 10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0000" h="1080000">
                <a:moveTo>
                  <a:pt x="0" y="0"/>
                </a:moveTo>
                <a:cubicBezTo>
                  <a:pt x="298234" y="0"/>
                  <a:pt x="540000" y="241766"/>
                  <a:pt x="540000" y="540000"/>
                </a:cubicBezTo>
                <a:cubicBezTo>
                  <a:pt x="540000" y="838234"/>
                  <a:pt x="298234" y="1080000"/>
                  <a:pt x="0" y="1080000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4" name="Abgerundetes Rechteck 23"/>
          <p:cNvSpPr/>
          <p:nvPr userDrawn="1"/>
        </p:nvSpPr>
        <p:spPr bwMode="gray">
          <a:xfrm rot="10800000">
            <a:off x="7387875" y="999985"/>
            <a:ext cx="3123012" cy="979643"/>
          </a:xfrm>
          <a:prstGeom prst="roundRect">
            <a:avLst>
              <a:gd name="adj" fmla="val 5000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5" name="Freihandform 24"/>
          <p:cNvSpPr/>
          <p:nvPr userDrawn="1"/>
        </p:nvSpPr>
        <p:spPr bwMode="gray">
          <a:xfrm rot="5400000">
            <a:off x="8032720" y="-496084"/>
            <a:ext cx="1012131" cy="1980000"/>
          </a:xfrm>
          <a:custGeom>
            <a:avLst/>
            <a:gdLst>
              <a:gd name="connsiteX0" fmla="*/ 0 w 540000"/>
              <a:gd name="connsiteY0" fmla="*/ 0 h 1080000"/>
              <a:gd name="connsiteX1" fmla="*/ 540000 w 540000"/>
              <a:gd name="connsiteY1" fmla="*/ 540000 h 1080000"/>
              <a:gd name="connsiteX2" fmla="*/ 0 w 540000"/>
              <a:gd name="connsiteY2" fmla="*/ 1080000 h 108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40000" h="1080000">
                <a:moveTo>
                  <a:pt x="0" y="0"/>
                </a:moveTo>
                <a:cubicBezTo>
                  <a:pt x="298234" y="0"/>
                  <a:pt x="540000" y="241766"/>
                  <a:pt x="540000" y="540000"/>
                </a:cubicBezTo>
                <a:cubicBezTo>
                  <a:pt x="540000" y="838234"/>
                  <a:pt x="298234" y="1080000"/>
                  <a:pt x="0" y="1080000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26" name="Ecken des Rechtecks auf der gleichen Seite abrunden 25"/>
          <p:cNvSpPr/>
          <p:nvPr userDrawn="1"/>
        </p:nvSpPr>
        <p:spPr bwMode="gray">
          <a:xfrm rot="10800000">
            <a:off x="9529189" y="-12151"/>
            <a:ext cx="3678099" cy="1011681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grpSp>
        <p:nvGrpSpPr>
          <p:cNvPr id="27" name="Gruppieren 26"/>
          <p:cNvGrpSpPr/>
          <p:nvPr userDrawn="1"/>
        </p:nvGrpSpPr>
        <p:grpSpPr>
          <a:xfrm flipH="1">
            <a:off x="9205511" y="1991779"/>
            <a:ext cx="2984900" cy="1979629"/>
            <a:chOff x="-1590" y="-5"/>
            <a:chExt cx="2984900" cy="1979629"/>
          </a:xfrm>
        </p:grpSpPr>
        <p:sp>
          <p:nvSpPr>
            <p:cNvPr id="28" name="Rechteck 27"/>
            <p:cNvSpPr/>
            <p:nvPr userDrawn="1"/>
          </p:nvSpPr>
          <p:spPr bwMode="gray">
            <a:xfrm rot="10800000">
              <a:off x="961532" y="-3"/>
              <a:ext cx="1508289" cy="1004739"/>
            </a:xfrm>
            <a:prstGeom prst="rect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29" name="Träne 28"/>
            <p:cNvSpPr/>
            <p:nvPr userDrawn="1"/>
          </p:nvSpPr>
          <p:spPr bwMode="gray">
            <a:xfrm rot="10800000">
              <a:off x="1978410" y="-2"/>
              <a:ext cx="1004900" cy="1004738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30" name="Oval 29"/>
            <p:cNvSpPr/>
            <p:nvPr userDrawn="1"/>
          </p:nvSpPr>
          <p:spPr bwMode="gray">
            <a:xfrm rot="10800000">
              <a:off x="-1590" y="-5"/>
              <a:ext cx="1980000" cy="197962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33" name="Freihandform 32"/>
          <p:cNvSpPr/>
          <p:nvPr userDrawn="1"/>
        </p:nvSpPr>
        <p:spPr bwMode="gray">
          <a:xfrm>
            <a:off x="5935088" y="4516176"/>
            <a:ext cx="3123013" cy="979644"/>
          </a:xfrm>
          <a:custGeom>
            <a:avLst/>
            <a:gdLst>
              <a:gd name="connsiteX0" fmla="*/ 489823 w 3123013"/>
              <a:gd name="connsiteY0" fmla="*/ 0 h 979644"/>
              <a:gd name="connsiteX1" fmla="*/ 2633191 w 3123013"/>
              <a:gd name="connsiteY1" fmla="*/ 1 h 979644"/>
              <a:gd name="connsiteX2" fmla="*/ 2637576 w 3123013"/>
              <a:gd name="connsiteY2" fmla="*/ 443 h 979644"/>
              <a:gd name="connsiteX3" fmla="*/ 3123013 w 3123013"/>
              <a:gd name="connsiteY3" fmla="*/ 443 h 979644"/>
              <a:gd name="connsiteX4" fmla="*/ 3123013 w 3123013"/>
              <a:gd name="connsiteY4" fmla="*/ 489822 h 979644"/>
              <a:gd name="connsiteX5" fmla="*/ 3123013 w 3123013"/>
              <a:gd name="connsiteY5" fmla="*/ 489823 h 979644"/>
              <a:gd name="connsiteX6" fmla="*/ 3123013 w 3123013"/>
              <a:gd name="connsiteY6" fmla="*/ 490043 h 979644"/>
              <a:gd name="connsiteX7" fmla="*/ 2633413 w 3123013"/>
              <a:gd name="connsiteY7" fmla="*/ 979643 h 979644"/>
              <a:gd name="connsiteX8" fmla="*/ 2633307 w 3123013"/>
              <a:gd name="connsiteY8" fmla="*/ 979633 h 979644"/>
              <a:gd name="connsiteX9" fmla="*/ 2633191 w 3123013"/>
              <a:gd name="connsiteY9" fmla="*/ 979644 h 979644"/>
              <a:gd name="connsiteX10" fmla="*/ 489822 w 3123013"/>
              <a:gd name="connsiteY10" fmla="*/ 979644 h 979644"/>
              <a:gd name="connsiteX11" fmla="*/ 0 w 3123013"/>
              <a:gd name="connsiteY11" fmla="*/ 489822 h 979644"/>
              <a:gd name="connsiteX12" fmla="*/ 1 w 3123013"/>
              <a:gd name="connsiteY12" fmla="*/ 489822 h 979644"/>
              <a:gd name="connsiteX13" fmla="*/ 489823 w 3123013"/>
              <a:gd name="connsiteY13" fmla="*/ 0 h 979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123013" h="979644">
                <a:moveTo>
                  <a:pt x="489823" y="0"/>
                </a:moveTo>
                <a:lnTo>
                  <a:pt x="2633191" y="1"/>
                </a:lnTo>
                <a:lnTo>
                  <a:pt x="2637576" y="443"/>
                </a:lnTo>
                <a:lnTo>
                  <a:pt x="3123013" y="443"/>
                </a:lnTo>
                <a:lnTo>
                  <a:pt x="3123013" y="489822"/>
                </a:lnTo>
                <a:lnTo>
                  <a:pt x="3123013" y="489823"/>
                </a:lnTo>
                <a:lnTo>
                  <a:pt x="3123013" y="490043"/>
                </a:lnTo>
                <a:cubicBezTo>
                  <a:pt x="3123013" y="760442"/>
                  <a:pt x="2903812" y="979643"/>
                  <a:pt x="2633413" y="979643"/>
                </a:cubicBezTo>
                <a:lnTo>
                  <a:pt x="2633307" y="979633"/>
                </a:lnTo>
                <a:lnTo>
                  <a:pt x="2633191" y="979644"/>
                </a:lnTo>
                <a:lnTo>
                  <a:pt x="489822" y="979644"/>
                </a:lnTo>
                <a:cubicBezTo>
                  <a:pt x="219301" y="979644"/>
                  <a:pt x="0" y="760343"/>
                  <a:pt x="0" y="489822"/>
                </a:cubicBezTo>
                <a:lnTo>
                  <a:pt x="1" y="489822"/>
                </a:lnTo>
                <a:cubicBezTo>
                  <a:pt x="1" y="219301"/>
                  <a:pt x="219302" y="0"/>
                  <a:pt x="489823" y="0"/>
                </a:cubicBez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34" name="Ecken des Rechtecks auf der gleichen Seite abrunden 33"/>
          <p:cNvSpPr/>
          <p:nvPr userDrawn="1"/>
        </p:nvSpPr>
        <p:spPr bwMode="gray">
          <a:xfrm rot="16200000">
            <a:off x="10350212" y="4662708"/>
            <a:ext cx="2520944" cy="1162639"/>
          </a:xfrm>
          <a:prstGeom prst="round2SameRect">
            <a:avLst>
              <a:gd name="adj1" fmla="val 38265"/>
              <a:gd name="adj2" fmla="val 0"/>
            </a:avLst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35" name="Oval 34"/>
          <p:cNvSpPr/>
          <p:nvPr userDrawn="1"/>
        </p:nvSpPr>
        <p:spPr bwMode="gray">
          <a:xfrm rot="10800000" flipH="1">
            <a:off x="9058729" y="3596891"/>
            <a:ext cx="1980000" cy="197962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6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35375" y="193604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5" name="Textplatzhalt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35375" y="3278903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35375" y="462177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 rot="5400000">
            <a:off x="1445843" y="232569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13"/>
          <p:cNvSpPr>
            <a:spLocks noGrp="1"/>
          </p:cNvSpPr>
          <p:nvPr>
            <p:ph type="body" sz="quarter" idx="23" hasCustomPrompt="1"/>
          </p:nvPr>
        </p:nvSpPr>
        <p:spPr bwMode="gray">
          <a:xfrm rot="5400000">
            <a:off x="1445843" y="3668556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13"/>
          <p:cNvSpPr>
            <a:spLocks noGrp="1"/>
          </p:cNvSpPr>
          <p:nvPr>
            <p:ph type="body" sz="quarter" idx="24" hasCustomPrompt="1"/>
          </p:nvPr>
        </p:nvSpPr>
        <p:spPr bwMode="gray">
          <a:xfrm rot="5400000">
            <a:off x="1445843" y="501142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2014275" y="1936404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2014275" y="3279829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Textplatzhalter 17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2014275" y="4622697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3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573101" y="193604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2" name="Textplatzhalter 3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573101" y="3278903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3" name="Textplatzhalter 3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573101" y="4621771"/>
            <a:ext cx="1062039" cy="815313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66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4" name="Textplatzhalter 13"/>
          <p:cNvSpPr>
            <a:spLocks noGrp="1"/>
          </p:cNvSpPr>
          <p:nvPr>
            <p:ph type="body" sz="quarter" idx="31" hasCustomPrompt="1"/>
          </p:nvPr>
        </p:nvSpPr>
        <p:spPr bwMode="gray">
          <a:xfrm rot="5400000">
            <a:off x="7483568" y="232569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5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 rot="5400000">
            <a:off x="7483568" y="3668556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6" name="Textplatzhalter 13"/>
          <p:cNvSpPr>
            <a:spLocks noGrp="1"/>
          </p:cNvSpPr>
          <p:nvPr>
            <p:ph type="body" sz="quarter" idx="33" hasCustomPrompt="1"/>
          </p:nvPr>
        </p:nvSpPr>
        <p:spPr bwMode="gray">
          <a:xfrm rot="5400000">
            <a:off x="7483568" y="5011421"/>
            <a:ext cx="720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052000" y="1936404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8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8052000" y="3279829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8052000" y="4622697"/>
            <a:ext cx="3600000" cy="814387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2" name="Textfeld 1"/>
          <p:cNvSpPr txBox="1"/>
          <p:nvPr userDrawn="1"/>
        </p:nvSpPr>
        <p:spPr bwMode="gray">
          <a:xfrm>
            <a:off x="2555913" y="969484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dirty="0" err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10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3" y="1640889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5" name="Textplatzhalter 3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40003" y="2566283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40003" y="3491677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 rot="5400000">
            <a:off x="1281191" y="1983299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13"/>
          <p:cNvSpPr>
            <a:spLocks noGrp="1"/>
          </p:cNvSpPr>
          <p:nvPr>
            <p:ph type="body" sz="quarter" idx="23" hasCustomPrompt="1"/>
          </p:nvPr>
        </p:nvSpPr>
        <p:spPr bwMode="gray">
          <a:xfrm rot="5400000">
            <a:off x="1281191" y="2908707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13"/>
          <p:cNvSpPr>
            <a:spLocks noGrp="1"/>
          </p:cNvSpPr>
          <p:nvPr>
            <p:ph type="body" sz="quarter" idx="24" hasCustomPrompt="1"/>
          </p:nvPr>
        </p:nvSpPr>
        <p:spPr bwMode="gray">
          <a:xfrm rot="5400000">
            <a:off x="1281191" y="3834115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1813623" y="1641305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1813623" y="2566792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0" name="Textplatzhalter 17"/>
          <p:cNvSpPr>
            <a:spLocks noGrp="1"/>
          </p:cNvSpPr>
          <p:nvPr>
            <p:ph type="body" sz="quarter" idx="27" hasCustomPrompt="1"/>
          </p:nvPr>
        </p:nvSpPr>
        <p:spPr bwMode="gray">
          <a:xfrm>
            <a:off x="1813623" y="3492324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3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6703733" y="1640889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2" name="Textplatzhalter 3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6703733" y="2566297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3" name="Textplatzhalter 3"/>
          <p:cNvSpPr>
            <a:spLocks noGrp="1"/>
          </p:cNvSpPr>
          <p:nvPr>
            <p:ph type="body" sz="quarter" idx="30" hasCustomPrompt="1"/>
          </p:nvPr>
        </p:nvSpPr>
        <p:spPr bwMode="gray">
          <a:xfrm>
            <a:off x="6703733" y="3491705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24" name="Textplatzhalter 13"/>
          <p:cNvSpPr>
            <a:spLocks noGrp="1"/>
          </p:cNvSpPr>
          <p:nvPr>
            <p:ph type="body" sz="quarter" idx="31" hasCustomPrompt="1"/>
          </p:nvPr>
        </p:nvSpPr>
        <p:spPr bwMode="gray">
          <a:xfrm rot="5400000">
            <a:off x="7444920" y="1983299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5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 rot="5400000">
            <a:off x="7444920" y="2908707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6" name="Textplatzhalter 13"/>
          <p:cNvSpPr>
            <a:spLocks noGrp="1"/>
          </p:cNvSpPr>
          <p:nvPr>
            <p:ph type="body" sz="quarter" idx="33" hasCustomPrompt="1"/>
          </p:nvPr>
        </p:nvSpPr>
        <p:spPr bwMode="gray">
          <a:xfrm rot="5400000">
            <a:off x="7444920" y="3834115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7977352" y="1641305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8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7977352" y="2566828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7977352" y="3492345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" name="Textplatzhalter 3"/>
          <p:cNvSpPr>
            <a:spLocks noGrp="1"/>
          </p:cNvSpPr>
          <p:nvPr>
            <p:ph type="body" sz="quarter" idx="37" hasCustomPrompt="1"/>
          </p:nvPr>
        </p:nvSpPr>
        <p:spPr bwMode="gray">
          <a:xfrm>
            <a:off x="540003" y="4417071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6" name="Textplatzhalter 13"/>
          <p:cNvSpPr>
            <a:spLocks noGrp="1"/>
          </p:cNvSpPr>
          <p:nvPr>
            <p:ph type="body" sz="quarter" idx="38" hasCustomPrompt="1"/>
          </p:nvPr>
        </p:nvSpPr>
        <p:spPr bwMode="gray">
          <a:xfrm rot="5400000">
            <a:off x="1281191" y="4759523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17"/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1813623" y="4417862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7" name="Textplatzhalter 3"/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6703733" y="4417113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30" name="Textplatzhalter 13"/>
          <p:cNvSpPr>
            <a:spLocks noGrp="1"/>
          </p:cNvSpPr>
          <p:nvPr>
            <p:ph type="body" sz="quarter" idx="41" hasCustomPrompt="1"/>
          </p:nvPr>
        </p:nvSpPr>
        <p:spPr bwMode="gray">
          <a:xfrm rot="5400000">
            <a:off x="7444920" y="4759523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1" name="Textplatzhalter 17"/>
          <p:cNvSpPr>
            <a:spLocks noGrp="1"/>
          </p:cNvSpPr>
          <p:nvPr>
            <p:ph type="body" sz="quarter" idx="42" hasCustomPrompt="1"/>
          </p:nvPr>
        </p:nvSpPr>
        <p:spPr bwMode="gray">
          <a:xfrm>
            <a:off x="7977352" y="4417874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2" name="Textplatzhalter 3"/>
          <p:cNvSpPr>
            <a:spLocks noGrp="1"/>
          </p:cNvSpPr>
          <p:nvPr>
            <p:ph type="body" sz="quarter" idx="43" hasCustomPrompt="1"/>
          </p:nvPr>
        </p:nvSpPr>
        <p:spPr bwMode="gray">
          <a:xfrm>
            <a:off x="540003" y="5342520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33" name="Textplatzhalter 13"/>
          <p:cNvSpPr>
            <a:spLocks noGrp="1"/>
          </p:cNvSpPr>
          <p:nvPr>
            <p:ph type="body" sz="quarter" idx="44" hasCustomPrompt="1"/>
          </p:nvPr>
        </p:nvSpPr>
        <p:spPr bwMode="gray">
          <a:xfrm rot="5400000">
            <a:off x="1281191" y="5684930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4" name="Textplatzhalter 17"/>
          <p:cNvSpPr>
            <a:spLocks noGrp="1"/>
          </p:cNvSpPr>
          <p:nvPr>
            <p:ph type="body" sz="quarter" idx="45" hasCustomPrompt="1"/>
          </p:nvPr>
        </p:nvSpPr>
        <p:spPr bwMode="gray">
          <a:xfrm>
            <a:off x="1813623" y="5342936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5" name="Textplatzhalter 3"/>
          <p:cNvSpPr>
            <a:spLocks noGrp="1"/>
          </p:cNvSpPr>
          <p:nvPr>
            <p:ph type="body" sz="quarter" idx="46" hasCustomPrompt="1"/>
          </p:nvPr>
        </p:nvSpPr>
        <p:spPr bwMode="gray">
          <a:xfrm>
            <a:off x="6703733" y="5342520"/>
            <a:ext cx="1062039" cy="720820"/>
          </a:xfrm>
        </p:spPr>
        <p:txBody>
          <a:bodyPr bIns="72000" anchor="ctr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54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de-DE" dirty="0"/>
              <a:t>NR</a:t>
            </a:r>
          </a:p>
        </p:txBody>
      </p:sp>
      <p:sp>
        <p:nvSpPr>
          <p:cNvPr id="36" name="Textplatzhalter 13"/>
          <p:cNvSpPr>
            <a:spLocks noGrp="1"/>
          </p:cNvSpPr>
          <p:nvPr>
            <p:ph type="body" sz="quarter" idx="47" hasCustomPrompt="1"/>
          </p:nvPr>
        </p:nvSpPr>
        <p:spPr bwMode="gray">
          <a:xfrm rot="5400000">
            <a:off x="7444920" y="5684930"/>
            <a:ext cx="648000" cy="36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7" name="Textplatzhalter 17"/>
          <p:cNvSpPr>
            <a:spLocks noGrp="1"/>
          </p:cNvSpPr>
          <p:nvPr>
            <p:ph type="body" sz="quarter" idx="48" hasCustomPrompt="1"/>
          </p:nvPr>
        </p:nvSpPr>
        <p:spPr bwMode="gray">
          <a:xfrm>
            <a:off x="7977352" y="5343398"/>
            <a:ext cx="3674648" cy="720001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0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asis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6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2 Basis_1HL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cxnSp>
        <p:nvCxnSpPr>
          <p:cNvPr id="5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11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3_Basis_ohneFusszeil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6" name="Subtitle"/>
          <p:cNvSpPr>
            <a:spLocks noGrp="1" noRot="1" noMove="1" noResize="1" noEditPoints="1" noAdjustHandles="1" noChangeArrowheads="1" noChangeShapeType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7" name="Titel 5"/>
          <p:cNvSpPr>
            <a:spLocks noGrp="1" noRot="1" noMove="1" noResize="1" noEditPoints="1" noAdjustHandles="1" noChangeArrowheads="1" noChangeShapeType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5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 Spalte Inhalt_1HL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cxnSp>
        <p:nvCxnSpPr>
          <p:cNvPr id="2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hteck 2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13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Basis 1HL_ohneFusszeil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1111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Rechteck 2"/>
          <p:cNvSpPr/>
          <p:nvPr userDrawn="1"/>
        </p:nvSpPr>
        <p:spPr bwMode="gray">
          <a:xfrm>
            <a:off x="400693" y="1191802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cxnSp>
        <p:nvCxnSpPr>
          <p:cNvPr id="8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10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Inhal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6252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5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+ Zita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6276000" y="1343027"/>
            <a:ext cx="5916000" cy="4965521"/>
          </a:xfrm>
          <a:prstGeom prst="roundRect">
            <a:avLst>
              <a:gd name="adj" fmla="val 9301"/>
            </a:avLst>
          </a:prstGeom>
          <a:solidFill>
            <a:schemeClr val="accent1"/>
          </a:solidFill>
        </p:spPr>
        <p:txBody>
          <a:bodyPr wrap="square" lIns="720000" tIns="360000" rIns="720000" bIns="360000" anchor="ctr" anchorCtr="0">
            <a:noAutofit/>
          </a:bodyPr>
          <a:lstStyle>
            <a:lvl1pPr marL="0" indent="0">
              <a:lnSpc>
                <a:spcPct val="90000"/>
              </a:lnSpc>
              <a:buNone/>
              <a:defRPr sz="28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4" name="Textplatzhalter 5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2" y="6020548"/>
            <a:ext cx="5400001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Spalten Inhal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4332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9" hasCustomPrompt="1"/>
          </p:nvPr>
        </p:nvSpPr>
        <p:spPr bwMode="gray">
          <a:xfrm>
            <a:off x="8124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extplatzhalter 5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0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 Inhalt 1/3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4" y="1728000"/>
            <a:ext cx="7320001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8124000" y="1728000"/>
            <a:ext cx="3528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Textplatzhalter 5"/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Spalten/2 Zeilen Inhalt 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23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2" name="Inhaltsplatzhalter 5"/>
          <p:cNvSpPr>
            <a:spLocks noGrp="1"/>
          </p:cNvSpPr>
          <p:nvPr>
            <p:ph sz="quarter" idx="18" hasCustomPrompt="1"/>
          </p:nvPr>
        </p:nvSpPr>
        <p:spPr bwMode="gray">
          <a:xfrm>
            <a:off x="6252000" y="1728000"/>
            <a:ext cx="5400000" cy="23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4" name="Textplatzhalter 5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10" name="Inhaltsplatzhalter 5"/>
          <p:cNvSpPr>
            <a:spLocks noGrp="1"/>
          </p:cNvSpPr>
          <p:nvPr>
            <p:ph sz="quarter" idx="21" hasCustomPrompt="1"/>
          </p:nvPr>
        </p:nvSpPr>
        <p:spPr bwMode="gray">
          <a:xfrm>
            <a:off x="540000" y="4346081"/>
            <a:ext cx="5400000" cy="1521925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11" name="Inhaltsplatzhalter 5"/>
          <p:cNvSpPr>
            <a:spLocks noGrp="1"/>
          </p:cNvSpPr>
          <p:nvPr>
            <p:ph sz="quarter" idx="22" hasCustomPrompt="1"/>
          </p:nvPr>
        </p:nvSpPr>
        <p:spPr bwMode="gray">
          <a:xfrm>
            <a:off x="6252000" y="4346081"/>
            <a:ext cx="5400000" cy="1521925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2" y="6020548"/>
            <a:ext cx="11112001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2" y="1728000"/>
            <a:ext cx="7320001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8124000" y="1341679"/>
            <a:ext cx="4068000" cy="4526327"/>
          </a:xfrm>
          <a:prstGeom prst="round2DiagRect">
            <a:avLst>
              <a:gd name="adj1" fmla="val 11048"/>
              <a:gd name="adj2" fmla="val 0"/>
            </a:avLst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124001" y="5183307"/>
            <a:ext cx="4068000" cy="684694"/>
          </a:xfrm>
          <a:solidFill>
            <a:schemeClr val="bg1">
              <a:alpha val="62772"/>
            </a:schemeClr>
          </a:solidFill>
        </p:spPr>
        <p:txBody>
          <a:bodyPr wrap="square" lIns="180000" tIns="180000" rIns="180000" bIns="180000" anchor="b" anchorCtr="0">
            <a:spAutoFit/>
          </a:bodyPr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Bildbeschreibung</a:t>
            </a:r>
          </a:p>
        </p:txBody>
      </p:sp>
      <p:sp>
        <p:nvSpPr>
          <p:cNvPr id="11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B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4" y="0"/>
            <a:ext cx="5940001" cy="6858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0" y="1728000"/>
            <a:ext cx="5400000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6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B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1" y="1728000"/>
            <a:ext cx="3233779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760399" y="1728000"/>
            <a:ext cx="4891604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3" name="Bildplatzhalter 4"/>
          <p:cNvSpPr>
            <a:spLocks noGrp="1" noChangeAspect="1"/>
          </p:cNvSpPr>
          <p:nvPr>
            <p:ph type="pic" sz="quarter" idx="19" hasCustomPrompt="1"/>
          </p:nvPr>
        </p:nvSpPr>
        <p:spPr bwMode="gray">
          <a:xfrm>
            <a:off x="3941171" y="1728000"/>
            <a:ext cx="2651839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6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2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 Inhalt + Bild_1HL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5" y="6020548"/>
            <a:ext cx="539999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0" y="1728000"/>
            <a:ext cx="5400000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cxnSp>
        <p:nvCxnSpPr>
          <p:cNvPr id="3" name="Straight Connector 8"/>
          <p:cNvCxnSpPr/>
          <p:nvPr userDrawn="1"/>
        </p:nvCxnSpPr>
        <p:spPr bwMode="gray">
          <a:xfrm>
            <a:off x="540000" y="1038190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hteck 5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13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B Inhalt + Bild_ohneFusszeile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9077455" y="1343026"/>
            <a:ext cx="4375656" cy="4965522"/>
          </a:xfrm>
          <a:prstGeom prst="roundRect">
            <a:avLst>
              <a:gd name="adj" fmla="val 7125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4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1728000"/>
            <a:ext cx="540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252000" y="1728000"/>
            <a:ext cx="5400000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2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7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8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9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11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 Inhalt + Bilder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1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7999"/>
            <a:ext cx="3936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Bildplatzhalter 4"/>
          <p:cNvSpPr>
            <a:spLocks noGrp="1" noChangeAspect="1"/>
          </p:cNvSpPr>
          <p:nvPr>
            <p:ph type="pic" sz="quarter" idx="19" hasCustomPrompt="1"/>
          </p:nvPr>
        </p:nvSpPr>
        <p:spPr bwMode="gray">
          <a:xfrm>
            <a:off x="4128000" y="1727999"/>
            <a:ext cx="3936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6" name="Bildplatzhalter 5"/>
          <p:cNvSpPr>
            <a:spLocks noGrp="1" noChangeAspect="1"/>
          </p:cNvSpPr>
          <p:nvPr>
            <p:ph type="pic" sz="quarter" idx="20" hasCustomPrompt="1"/>
          </p:nvPr>
        </p:nvSpPr>
        <p:spPr bwMode="gray">
          <a:xfrm>
            <a:off x="8256000" y="1727999"/>
            <a:ext cx="3936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0" name="Inhaltsplatzhalter 9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4722296"/>
            <a:ext cx="11112000" cy="1145704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2" name="Rectangle 23"/>
          <p:cNvSpPr/>
          <p:nvPr userDrawn="1"/>
        </p:nvSpPr>
        <p:spPr bwMode="gray">
          <a:xfrm>
            <a:off x="538166" y="4232201"/>
            <a:ext cx="11117263" cy="2657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1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7999"/>
            <a:ext cx="12192000" cy="2769902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2" name="Rectangle 23"/>
          <p:cNvSpPr/>
          <p:nvPr userDrawn="1"/>
        </p:nvSpPr>
        <p:spPr bwMode="gray">
          <a:xfrm>
            <a:off x="540004" y="4232201"/>
            <a:ext cx="11115425" cy="2657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  <p:sp>
        <p:nvSpPr>
          <p:cNvPr id="11" name="Inhaltsplatzhalter 9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4722296"/>
            <a:ext cx="11112000" cy="1145704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0" indent="0" algn="ctr">
              <a:buNone/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Inhaltsplatzhalter 9"/>
          <p:cNvSpPr>
            <a:spLocks noGrp="1"/>
          </p:cNvSpPr>
          <p:nvPr>
            <p:ph sz="quarter" idx="17" hasCustomPrompt="1"/>
          </p:nvPr>
        </p:nvSpPr>
        <p:spPr bwMode="gray">
          <a:xfrm>
            <a:off x="540000" y="5184405"/>
            <a:ext cx="11112000" cy="1145704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7999"/>
            <a:ext cx="12192000" cy="3376886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2" name="Rectangle 23"/>
          <p:cNvSpPr/>
          <p:nvPr userDrawn="1"/>
        </p:nvSpPr>
        <p:spPr bwMode="gray">
          <a:xfrm>
            <a:off x="540004" y="4839185"/>
            <a:ext cx="11115425" cy="265700"/>
          </a:xfrm>
          <a:prstGeom prst="roundRect">
            <a:avLst>
              <a:gd name="adj" fmla="val 50000"/>
            </a:avLst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5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1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E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8000"/>
            <a:ext cx="1219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59104"/>
            <a:ext cx="3349981" cy="3877792"/>
          </a:xfrm>
          <a:prstGeom prst="roundRect">
            <a:avLst>
              <a:gd name="adj" fmla="val 6772"/>
            </a:avLst>
          </a:prstGeom>
          <a:solidFill>
            <a:schemeClr val="accent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bg1"/>
              </a:buCl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0"/>
            <a:ext cx="12192000" cy="5868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59104"/>
            <a:ext cx="3349981" cy="3877792"/>
          </a:xfrm>
          <a:prstGeom prst="roundRect">
            <a:avLst>
              <a:gd name="adj" fmla="val 6772"/>
            </a:avLst>
          </a:prstGeom>
          <a:solidFill>
            <a:schemeClr val="accent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bg1"/>
              </a:buCl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Textfeld 2"/>
          <p:cNvSpPr txBox="1"/>
          <p:nvPr userDrawn="1"/>
        </p:nvSpPr>
        <p:spPr bwMode="gray">
          <a:xfrm>
            <a:off x="9575515" y="68836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E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59104"/>
            <a:ext cx="3349981" cy="3877792"/>
          </a:xfrm>
          <a:prstGeom prst="roundRect">
            <a:avLst>
              <a:gd name="adj" fmla="val 6772"/>
            </a:avLst>
          </a:prstGeom>
          <a:solidFill>
            <a:schemeClr val="accent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bg1"/>
              </a:buClr>
              <a:defRPr sz="1600"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Textfeld 2"/>
          <p:cNvSpPr txBox="1"/>
          <p:nvPr userDrawn="1"/>
        </p:nvSpPr>
        <p:spPr bwMode="gray">
          <a:xfrm>
            <a:off x="9575515" y="68836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6" name="Datumsplatzhalter 6"/>
          <p:cNvSpPr>
            <a:spLocks noGrp="1"/>
          </p:cNvSpPr>
          <p:nvPr>
            <p:ph type="dt" sz="half" idx="14"/>
          </p:nvPr>
        </p:nvSpPr>
        <p:spPr bwMode="gray">
          <a:xfrm>
            <a:off x="9525403" y="6493063"/>
            <a:ext cx="1765820" cy="288000"/>
          </a:xfrm>
        </p:spPr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7" name="Fußzeilenplatzhalter 7"/>
          <p:cNvSpPr>
            <a:spLocks noGrp="1"/>
          </p:cNvSpPr>
          <p:nvPr>
            <p:ph type="ftr" sz="quarter" idx="15"/>
          </p:nvPr>
        </p:nvSpPr>
        <p:spPr bwMode="gray">
          <a:xfrm>
            <a:off x="540000" y="6493063"/>
            <a:ext cx="7560000" cy="288000"/>
          </a:xfrm>
        </p:spPr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8" name="Foliennummernplatzhalter 8"/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1728000"/>
            <a:ext cx="12192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10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533" y="6020548"/>
            <a:ext cx="11110939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8302020" y="1840230"/>
            <a:ext cx="3349981" cy="3896666"/>
          </a:xfrm>
          <a:prstGeom prst="roundRect">
            <a:avLst>
              <a:gd name="adj" fmla="val 9502"/>
            </a:avLst>
          </a:prstGeom>
          <a:solidFill>
            <a:schemeClr val="bg1">
              <a:alpha val="90000"/>
            </a:schemeClr>
          </a:solidFill>
        </p:spPr>
        <p:txBody>
          <a:bodyPr lIns="288000" tIns="288000" rIns="288000" bIns="288000"/>
          <a:lstStyle>
            <a:lvl1pPr>
              <a:buClr>
                <a:schemeClr val="accent1"/>
              </a:buClr>
              <a:defRPr sz="16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 Inhalt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 userDrawn="1"/>
        </p:nvSpPr>
        <p:spPr bwMode="gray">
          <a:xfrm>
            <a:off x="400693" y="1181528"/>
            <a:ext cx="1654139" cy="24658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/>
          <a:lstStyle/>
          <a:p>
            <a:pPr algn="ctr">
              <a:lnSpc>
                <a:spcPct val="90000"/>
              </a:lnSpc>
              <a:spcAft>
                <a:spcPts val="1000"/>
              </a:spcAft>
            </a:pPr>
            <a:endParaRPr lang="de-DE" sz="1400" dirty="0" err="1"/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11" name="Bildplatzhalter 3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6252000" y="1287552"/>
            <a:ext cx="5400000" cy="2160000"/>
          </a:xfrm>
          <a:prstGeom prst="round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4" name="Bildplatzhalter 3"/>
          <p:cNvSpPr>
            <a:spLocks noGrp="1"/>
          </p:cNvSpPr>
          <p:nvPr>
            <p:ph type="pic" sz="quarter" idx="20" hasCustomPrompt="1"/>
          </p:nvPr>
        </p:nvSpPr>
        <p:spPr bwMode="gray">
          <a:xfrm>
            <a:off x="6252000" y="3708000"/>
            <a:ext cx="5400000" cy="2160000"/>
          </a:xfrm>
          <a:prstGeom prst="roundRect">
            <a:avLst/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4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540000" y="1255589"/>
            <a:ext cx="5400000" cy="4580444"/>
          </a:xfrm>
          <a:prstGeom prst="roundRect">
            <a:avLst>
              <a:gd name="adj" fmla="val 7684"/>
            </a:avLst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540000" y="5183308"/>
            <a:ext cx="5400000" cy="684694"/>
          </a:xfrm>
          <a:solidFill>
            <a:schemeClr val="bg1">
              <a:alpha val="90000"/>
            </a:schemeClr>
          </a:solidFill>
        </p:spPr>
        <p:txBody>
          <a:bodyPr wrap="square" lIns="180000" tIns="180000" rIns="180000" bIns="180000" anchor="b" anchorCtr="0">
            <a:spAutoFit/>
          </a:bodyPr>
          <a:lstStyle>
            <a:lvl1pPr marL="0" indent="0">
              <a:buNone/>
              <a:defRPr b="1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Bildbeschreibung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lken + Inhal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1126997" y="1837821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6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1126997" y="2083134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0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4991367" y="1948277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2" name="Textplatzhalter 17"/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1126997" y="2560565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1126997" y="2805878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5" name="Textplatzhalter 17"/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4991367" y="2671021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7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1126997" y="3283309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1126997" y="3528622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37" hasCustomPrompt="1"/>
          </p:nvPr>
        </p:nvSpPr>
        <p:spPr bwMode="gray">
          <a:xfrm>
            <a:off x="4991367" y="3393765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1" name="Textplatzhalter 17"/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1126997" y="4006053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2" name="Textplatzhalter 13"/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1126997" y="4251366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3" name="Textplatzhalter 17"/>
          <p:cNvSpPr>
            <a:spLocks noGrp="1"/>
          </p:cNvSpPr>
          <p:nvPr>
            <p:ph type="body" sz="quarter" idx="41" hasCustomPrompt="1"/>
          </p:nvPr>
        </p:nvSpPr>
        <p:spPr bwMode="gray">
          <a:xfrm>
            <a:off x="4991367" y="4116509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5" name="Textplatzhalter 17"/>
          <p:cNvSpPr>
            <a:spLocks noGrp="1"/>
          </p:cNvSpPr>
          <p:nvPr>
            <p:ph type="body" sz="quarter" idx="43" hasCustomPrompt="1"/>
          </p:nvPr>
        </p:nvSpPr>
        <p:spPr bwMode="gray">
          <a:xfrm>
            <a:off x="1126997" y="4728797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6" name="Textplatzhalter 13"/>
          <p:cNvSpPr>
            <a:spLocks noGrp="1"/>
          </p:cNvSpPr>
          <p:nvPr>
            <p:ph type="body" sz="quarter" idx="44" hasCustomPrompt="1"/>
          </p:nvPr>
        </p:nvSpPr>
        <p:spPr bwMode="gray">
          <a:xfrm>
            <a:off x="1126997" y="4974110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45" hasCustomPrompt="1"/>
          </p:nvPr>
        </p:nvSpPr>
        <p:spPr bwMode="gray">
          <a:xfrm>
            <a:off x="4991367" y="4839253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47" hasCustomPrompt="1"/>
          </p:nvPr>
        </p:nvSpPr>
        <p:spPr bwMode="gray">
          <a:xfrm>
            <a:off x="1126997" y="5451543"/>
            <a:ext cx="360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0" name="Textplatzhalter 13"/>
          <p:cNvSpPr>
            <a:spLocks noGrp="1"/>
          </p:cNvSpPr>
          <p:nvPr>
            <p:ph type="body" sz="quarter" idx="48" hasCustomPrompt="1"/>
          </p:nvPr>
        </p:nvSpPr>
        <p:spPr bwMode="gray">
          <a:xfrm>
            <a:off x="1126997" y="5696856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31" name="Textplatzhalter 17"/>
          <p:cNvSpPr>
            <a:spLocks noGrp="1"/>
          </p:cNvSpPr>
          <p:nvPr>
            <p:ph type="body" sz="quarter" idx="49" hasCustomPrompt="1"/>
          </p:nvPr>
        </p:nvSpPr>
        <p:spPr bwMode="gray">
          <a:xfrm>
            <a:off x="4991367" y="5561999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3" name="Inhaltsplatzhalter 5"/>
          <p:cNvSpPr>
            <a:spLocks noGrp="1"/>
          </p:cNvSpPr>
          <p:nvPr>
            <p:ph sz="quarter" idx="50" hasCustomPrompt="1"/>
          </p:nvPr>
        </p:nvSpPr>
        <p:spPr bwMode="gray">
          <a:xfrm>
            <a:off x="6576000" y="3895883"/>
            <a:ext cx="5076000" cy="1972118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4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lken +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6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538167" y="1847527"/>
            <a:ext cx="4183127" cy="3638841"/>
          </a:xfrm>
          <a:prstGeom prst="round2DiagRect">
            <a:avLst>
              <a:gd name="adj1" fmla="val 0"/>
              <a:gd name="adj2" fmla="val 14135"/>
            </a:avLst>
          </a:prstGeom>
          <a:noFill/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0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5322707" y="2502995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1" name="Textplatzhalter 13"/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5322707" y="2748308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2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10659551" y="2613451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4" name="Textplatzhalter 17"/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5322707" y="3225739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extplatzhalter 13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5322707" y="3471052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6" name="Textplatzhalter 17"/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10659551" y="3336195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17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5322707" y="3948483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extplatzhalter 13"/>
          <p:cNvSpPr>
            <a:spLocks noGrp="1"/>
          </p:cNvSpPr>
          <p:nvPr>
            <p:ph type="body" sz="quarter" idx="36" hasCustomPrompt="1"/>
          </p:nvPr>
        </p:nvSpPr>
        <p:spPr bwMode="gray">
          <a:xfrm>
            <a:off x="5322707" y="4193796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37" hasCustomPrompt="1"/>
          </p:nvPr>
        </p:nvSpPr>
        <p:spPr bwMode="gray">
          <a:xfrm>
            <a:off x="10659551" y="4058939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20" name="Textplatzhalter 17"/>
          <p:cNvSpPr>
            <a:spLocks noGrp="1"/>
          </p:cNvSpPr>
          <p:nvPr>
            <p:ph type="body" sz="quarter" idx="39" hasCustomPrompt="1"/>
          </p:nvPr>
        </p:nvSpPr>
        <p:spPr bwMode="gray">
          <a:xfrm>
            <a:off x="5322707" y="4671227"/>
            <a:ext cx="5040000" cy="169508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13"/>
          <p:cNvSpPr>
            <a:spLocks noGrp="1"/>
          </p:cNvSpPr>
          <p:nvPr>
            <p:ph type="body" sz="quarter" idx="40" hasCustomPrompt="1"/>
          </p:nvPr>
        </p:nvSpPr>
        <p:spPr bwMode="gray">
          <a:xfrm>
            <a:off x="5322707" y="4916540"/>
            <a:ext cx="720000" cy="54000"/>
          </a:xfrm>
          <a:prstGeom prst="roundRect">
            <a:avLst>
              <a:gd name="adj" fmla="val 50000"/>
            </a:avLst>
          </a:prstGeom>
          <a:solidFill>
            <a:schemeClr val="tx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 </a:t>
            </a:r>
          </a:p>
        </p:txBody>
      </p:sp>
      <p:sp>
        <p:nvSpPr>
          <p:cNvPr id="22" name="Textplatzhalter 17"/>
          <p:cNvSpPr>
            <a:spLocks noGrp="1"/>
          </p:cNvSpPr>
          <p:nvPr>
            <p:ph type="body" sz="quarter" idx="41" hasCustomPrompt="1"/>
          </p:nvPr>
        </p:nvSpPr>
        <p:spPr bwMode="gray">
          <a:xfrm>
            <a:off x="10659551" y="4781683"/>
            <a:ext cx="900000" cy="306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b="1"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Text</a:t>
            </a:r>
          </a:p>
        </p:txBody>
      </p:sp>
      <p:sp>
        <p:nvSpPr>
          <p:cNvPr id="3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5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phone + Tex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8"/>
          <p:cNvSpPr/>
          <p:nvPr userDrawn="1"/>
        </p:nvSpPr>
        <p:spPr bwMode="gray">
          <a:xfrm>
            <a:off x="5" y="1115120"/>
            <a:ext cx="4994031" cy="4258793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pic>
        <p:nvPicPr>
          <p:cNvPr id="4" name="Grafik 3"/>
          <p:cNvPicPr>
            <a:picLocks noChangeAspect="1"/>
          </p:cNvPicPr>
          <p:nvPr userDrawn="1"/>
        </p:nvPicPr>
        <p:blipFill rotWithShape="1">
          <a:blip r:embed="rId2" cstate="screen"/>
          <a:srcRect l="29347" r="29869"/>
          <a:stretch>
            <a:fillRect/>
          </a:stretch>
        </p:blipFill>
        <p:spPr bwMode="gray">
          <a:xfrm>
            <a:off x="2908271" y="526552"/>
            <a:ext cx="2998856" cy="5612946"/>
          </a:xfrm>
          <a:prstGeom prst="rect">
            <a:avLst/>
          </a:prstGeom>
        </p:spPr>
      </p:pic>
      <p:sp>
        <p:nvSpPr>
          <p:cNvPr id="5" name="Bildplatzhalter 15"/>
          <p:cNvSpPr>
            <a:spLocks noGrp="1"/>
          </p:cNvSpPr>
          <p:nvPr>
            <p:ph type="pic" sz="quarter" idx="19" hasCustomPrompt="1"/>
          </p:nvPr>
        </p:nvSpPr>
        <p:spPr bwMode="gray">
          <a:xfrm>
            <a:off x="3310313" y="1267224"/>
            <a:ext cx="2262659" cy="3950316"/>
          </a:xfrm>
          <a:prstGeom prst="rect">
            <a:avLst/>
          </a:prstGeom>
          <a:solidFill>
            <a:srgbClr val="FAFAFA"/>
          </a:solidFill>
        </p:spPr>
        <p:txBody>
          <a:bodyPr>
            <a:normAutofit/>
          </a:bodyPr>
          <a:lstStyle>
            <a:lvl1pPr marL="0" indent="0">
              <a:buNone/>
              <a:defRPr sz="1400">
                <a:latin typeface="Meta OT" panose="020B0504030101020104" pitchFamily="34" charset="0"/>
              </a:defRPr>
            </a:lvl1pPr>
          </a:lstStyle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40000" y="1984510"/>
            <a:ext cx="2436160" cy="2520000"/>
          </a:xfrm>
        </p:spPr>
        <p:txBody>
          <a:bodyPr anchor="ctr"/>
          <a:lstStyle>
            <a:lvl1pPr marL="0" indent="0">
              <a:lnSpc>
                <a:spcPct val="90000"/>
              </a:lnSpc>
              <a:buNone/>
              <a:defRPr sz="2800" b="1">
                <a:solidFill>
                  <a:schemeClr val="bg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5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7483733" y="1790787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7483733" y="2082089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19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7483733" y="3074635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1" name="Textplatzhalter 17"/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7483733" y="3365937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2" name="Textplatzhalter 17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7483733" y="4358482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4" name="Textplatzhalter 17"/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7483733" y="4649784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schirm + Tex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pic>
        <p:nvPicPr>
          <p:cNvPr id="3" name="Grafik 2" descr="Ein Bild, das Text, Screenshot, Anzeige, Bilderrahmen enthält.&#10;&#10;Automatisch generierte Beschreibung"/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35" t="-243" r="-4968" b="243"/>
          <a:stretch>
            <a:fillRect/>
          </a:stretch>
        </p:blipFill>
        <p:spPr bwMode="gray">
          <a:xfrm>
            <a:off x="1" y="903491"/>
            <a:ext cx="5580931" cy="4868535"/>
          </a:xfrm>
          <a:prstGeom prst="rect">
            <a:avLst/>
          </a:prstGeom>
        </p:spPr>
      </p:pic>
      <p:sp>
        <p:nvSpPr>
          <p:cNvPr id="6" name="Bildplatzhalter 5"/>
          <p:cNvSpPr>
            <a:spLocks noGrp="1"/>
          </p:cNvSpPr>
          <p:nvPr>
            <p:ph type="pic" sz="quarter" idx="10" hasCustomPrompt="1"/>
          </p:nvPr>
        </p:nvSpPr>
        <p:spPr bwMode="gray">
          <a:xfrm>
            <a:off x="1" y="1130325"/>
            <a:ext cx="5123731" cy="3263006"/>
          </a:xfrm>
          <a:prstGeom prst="rect">
            <a:avLst/>
          </a:prstGeom>
          <a:solidFill>
            <a:srgbClr val="262626"/>
          </a:solidFill>
        </p:spPr>
        <p:txBody>
          <a:bodyPr>
            <a:normAutofit/>
          </a:bodyPr>
          <a:lstStyle>
            <a:lvl1pPr marL="0" indent="0" algn="ctr">
              <a:buNone/>
              <a:defRPr sz="1400" b="1">
                <a:solidFill>
                  <a:schemeClr val="bg1"/>
                </a:solidFill>
                <a:latin typeface="Meta OT" panose="020B0504030101020104" pitchFamily="34" charset="0"/>
              </a:defRPr>
            </a:lvl1pPr>
          </a:lstStyle>
          <a:p>
            <a:br>
              <a:rPr lang="de-DE" dirty="0"/>
            </a:br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gray">
          <a:xfrm>
            <a:off x="3010641" y="4374565"/>
            <a:ext cx="1968871" cy="1502904"/>
          </a:xfrm>
          <a:prstGeom prst="rect">
            <a:avLst/>
          </a:prstGeom>
        </p:spPr>
      </p:pic>
      <p:sp>
        <p:nvSpPr>
          <p:cNvPr id="14" name="Bildplatzhalter 29"/>
          <p:cNvSpPr>
            <a:spLocks noGrp="1"/>
          </p:cNvSpPr>
          <p:nvPr>
            <p:ph type="pic" sz="quarter" idx="31" hasCustomPrompt="1"/>
          </p:nvPr>
        </p:nvSpPr>
        <p:spPr bwMode="gray">
          <a:xfrm>
            <a:off x="3690349" y="4567683"/>
            <a:ext cx="617847" cy="1066035"/>
          </a:xfrm>
          <a:prstGeom prst="rect">
            <a:avLst/>
          </a:prstGeom>
          <a:solidFill>
            <a:srgbClr val="FAFAFA"/>
          </a:solidFill>
        </p:spPr>
        <p:txBody>
          <a:bodyPr/>
          <a:lstStyle>
            <a:lvl1pPr marL="0" indent="0">
              <a:buNone/>
              <a:defRPr sz="1400">
                <a:latin typeface="Meta OT" panose="020B0504030101020104" pitchFamily="34" charset="0"/>
              </a:defRPr>
            </a:lvl1pPr>
          </a:lstStyle>
          <a:p>
            <a:r>
              <a:rPr lang="de-DE" dirty="0"/>
              <a:t>Bildplatzhalter</a:t>
            </a:r>
          </a:p>
        </p:txBody>
      </p:sp>
      <p:sp>
        <p:nvSpPr>
          <p:cNvPr id="24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7483733" y="1790787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6" name="Textplatzhalter 17"/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7483733" y="2082089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7" name="Textplatzhalter 17"/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7483733" y="3074635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29" name="Textplatzhalter 17"/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7483733" y="3365937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0" name="Textplatzhalter 17"/>
          <p:cNvSpPr>
            <a:spLocks noGrp="1"/>
          </p:cNvSpPr>
          <p:nvPr>
            <p:ph type="body" sz="quarter" idx="33" hasCustomPrompt="1"/>
          </p:nvPr>
        </p:nvSpPr>
        <p:spPr bwMode="gray">
          <a:xfrm>
            <a:off x="7483733" y="4358482"/>
            <a:ext cx="4168271" cy="25200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1800" b="1" cap="all" baseline="0">
                <a:solidFill>
                  <a:schemeClr val="accent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  <p:sp>
        <p:nvSpPr>
          <p:cNvPr id="32" name="Textplatzhalter 17"/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7483733" y="4649784"/>
            <a:ext cx="4168271" cy="468000"/>
          </a:xfrm>
        </p:spPr>
        <p:txBody>
          <a:bodyPr anchor="t"/>
          <a:lstStyle>
            <a:lvl1pPr marL="0" indent="0">
              <a:lnSpc>
                <a:spcPct val="90000"/>
              </a:lnSpc>
              <a:buNone/>
              <a:defRPr/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Mastertextformat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4" name="Freeform: Shape 8"/>
          <p:cNvSpPr/>
          <p:nvPr userDrawn="1"/>
        </p:nvSpPr>
        <p:spPr bwMode="gray">
          <a:xfrm>
            <a:off x="-754380" y="1728000"/>
            <a:ext cx="5748411" cy="4140000"/>
          </a:xfrm>
          <a:prstGeom prst="roundRect">
            <a:avLst>
              <a:gd name="adj" fmla="val 9489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5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40002" y="2416701"/>
            <a:ext cx="2735047" cy="1455502"/>
          </a:xfrm>
        </p:spPr>
        <p:txBody>
          <a:bodyPr anchor="b"/>
          <a:lstStyle>
            <a:lvl1pPr marL="0" indent="0" algn="r">
              <a:lnSpc>
                <a:spcPct val="90000"/>
              </a:lnSpc>
              <a:spcAft>
                <a:spcPts val="0"/>
              </a:spcAft>
              <a:buNone/>
              <a:defRPr sz="2800" b="1">
                <a:solidFill>
                  <a:schemeClr val="bg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Vorname</a:t>
            </a:r>
            <a:br>
              <a:rPr lang="de-DE" dirty="0"/>
            </a:br>
            <a:r>
              <a:rPr lang="de-DE" dirty="0"/>
              <a:t>Name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6612000" y="1728000"/>
            <a:ext cx="504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Kontaktinformationen</a:t>
            </a:r>
          </a:p>
        </p:txBody>
      </p:sp>
      <p:sp>
        <p:nvSpPr>
          <p:cNvPr id="10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3795096" y="2599067"/>
            <a:ext cx="2397869" cy="2397869"/>
          </a:xfrm>
          <a:prstGeom prst="ellipse">
            <a:avLst/>
          </a:prstGeom>
          <a:solidFill>
            <a:schemeClr val="bg1"/>
          </a:solidFill>
          <a:ln w="635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540002" y="4189441"/>
            <a:ext cx="2735047" cy="205157"/>
          </a:xfrm>
        </p:spPr>
        <p:txBody>
          <a:bodyPr anchor="b"/>
          <a:lstStyle>
            <a:lvl1pPr marL="0" indent="0" algn="r">
              <a:lnSpc>
                <a:spcPct val="90000"/>
              </a:lnSpc>
              <a:buNone/>
              <a:defRPr sz="1400" b="0" cap="all" spc="300" baseline="0">
                <a:solidFill>
                  <a:schemeClr val="bg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Position</a:t>
            </a:r>
          </a:p>
        </p:txBody>
      </p:sp>
      <p:cxnSp>
        <p:nvCxnSpPr>
          <p:cNvPr id="20" name="Straight Connector 8"/>
          <p:cNvCxnSpPr/>
          <p:nvPr userDrawn="1"/>
        </p:nvCxnSpPr>
        <p:spPr bwMode="gray">
          <a:xfrm>
            <a:off x="2555045" y="4032256"/>
            <a:ext cx="72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21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ntakt (hell)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: Shape 8"/>
          <p:cNvSpPr/>
          <p:nvPr userDrawn="1"/>
        </p:nvSpPr>
        <p:spPr bwMode="gray">
          <a:xfrm>
            <a:off x="-754380" y="1728000"/>
            <a:ext cx="5748411" cy="4140000"/>
          </a:xfrm>
          <a:prstGeom prst="roundRect">
            <a:avLst>
              <a:gd name="adj" fmla="val 9489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7" name="Datumsplatzhalter 6"/>
          <p:cNvSpPr>
            <a:spLocks noGrp="1"/>
          </p:cNvSpPr>
          <p:nvPr>
            <p:ph type="dt" sz="half" idx="14"/>
          </p:nvPr>
        </p:nvSpPr>
        <p:spPr bwMode="gray"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5"/>
          </p:nvPr>
        </p:nvSpPr>
        <p:spPr bwMode="gray"/>
        <p:txBody>
          <a:bodyPr/>
          <a:lstStyle/>
          <a:p>
            <a:r>
              <a:rPr lang="de-DE" noProof="0"/>
              <a:t>IC – Intercultural Competences | Aabha Rajeev Tembe &amp; Rinkal Keyul Zadafiya | Amberg | 2-16</a:t>
            </a:r>
            <a:endParaRPr lang="de-DE" noProof="0" dirty="0"/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‹#›</a:t>
            </a:fld>
            <a:endParaRPr lang="de-DE" noProof="0" dirty="0"/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540000" y="6020548"/>
            <a:ext cx="11112000" cy="288000"/>
          </a:xfrm>
        </p:spPr>
        <p:txBody>
          <a:bodyPr anchor="b"/>
          <a:lstStyle>
            <a:lvl1pPr marL="0" indent="0">
              <a:spcAft>
                <a:spcPts val="400"/>
              </a:spcAft>
              <a:buNone/>
              <a:defRPr sz="1000"/>
            </a:lvl1pPr>
          </a:lstStyle>
          <a:p>
            <a:pPr lvl="0"/>
            <a:r>
              <a:rPr lang="de-DE" dirty="0"/>
              <a:t>Quellen:</a:t>
            </a:r>
          </a:p>
        </p:txBody>
      </p:sp>
      <p:sp>
        <p:nvSpPr>
          <p:cNvPr id="5" name="Textplatzhalter 17"/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40002" y="2416701"/>
            <a:ext cx="2735047" cy="1455502"/>
          </a:xfrm>
        </p:spPr>
        <p:txBody>
          <a:bodyPr anchor="b"/>
          <a:lstStyle>
            <a:lvl1pPr marL="0" indent="0" algn="r">
              <a:lnSpc>
                <a:spcPct val="90000"/>
              </a:lnSpc>
              <a:spcAft>
                <a:spcPts val="0"/>
              </a:spcAft>
              <a:buNone/>
              <a:defRPr sz="2800" b="1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Vorname</a:t>
            </a:r>
            <a:br>
              <a:rPr lang="de-DE" dirty="0"/>
            </a:br>
            <a:r>
              <a:rPr lang="de-DE" dirty="0"/>
              <a:t>Name</a:t>
            </a:r>
          </a:p>
        </p:txBody>
      </p:sp>
      <p:sp>
        <p:nvSpPr>
          <p:cNvPr id="6" name="Inhaltsplatzhalter 5"/>
          <p:cNvSpPr>
            <a:spLocks noGrp="1"/>
          </p:cNvSpPr>
          <p:nvPr>
            <p:ph sz="quarter" idx="17" hasCustomPrompt="1"/>
          </p:nvPr>
        </p:nvSpPr>
        <p:spPr bwMode="gray">
          <a:xfrm>
            <a:off x="6612000" y="1728000"/>
            <a:ext cx="5040000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/>
            </a:lvl1pPr>
          </a:lstStyle>
          <a:p>
            <a:pPr lvl="0"/>
            <a:r>
              <a:rPr lang="de-DE" dirty="0"/>
              <a:t>Kontaktinformationen</a:t>
            </a:r>
          </a:p>
        </p:txBody>
      </p:sp>
      <p:sp>
        <p:nvSpPr>
          <p:cNvPr id="10" name="Bildplatzhalter 3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3795096" y="2599067"/>
            <a:ext cx="2397869" cy="2397869"/>
          </a:xfrm>
          <a:prstGeom prst="ellipse">
            <a:avLst/>
          </a:prstGeom>
          <a:solidFill>
            <a:schemeClr val="bg1"/>
          </a:solidFill>
          <a:ln w="63500">
            <a:solidFill>
              <a:schemeClr val="bg1"/>
            </a:solidFill>
          </a:ln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1" name="Textplatzhalter 17"/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540002" y="4189441"/>
            <a:ext cx="2735047" cy="205157"/>
          </a:xfrm>
        </p:spPr>
        <p:txBody>
          <a:bodyPr anchor="b"/>
          <a:lstStyle>
            <a:lvl1pPr marL="0" indent="0" algn="r">
              <a:lnSpc>
                <a:spcPct val="90000"/>
              </a:lnSpc>
              <a:buNone/>
              <a:defRPr sz="1400" b="0" cap="all" spc="300" baseline="0">
                <a:solidFill>
                  <a:schemeClr val="tx1"/>
                </a:solidFill>
              </a:defRPr>
            </a:lvl1pPr>
            <a:lvl2pPr marL="450215" indent="0">
              <a:buNone/>
              <a:defRPr/>
            </a:lvl2pPr>
          </a:lstStyle>
          <a:p>
            <a:pPr lvl="0"/>
            <a:r>
              <a:rPr lang="de-DE" dirty="0"/>
              <a:t>Position</a:t>
            </a:r>
          </a:p>
        </p:txBody>
      </p:sp>
      <p:cxnSp>
        <p:nvCxnSpPr>
          <p:cNvPr id="12" name="Straight Connector 8"/>
          <p:cNvCxnSpPr/>
          <p:nvPr userDrawn="1"/>
        </p:nvCxnSpPr>
        <p:spPr bwMode="gray">
          <a:xfrm>
            <a:off x="2555045" y="4032256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feld 3"/>
          <p:cNvSpPr txBox="1"/>
          <p:nvPr userDrawn="1"/>
        </p:nvSpPr>
        <p:spPr bwMode="gray">
          <a:xfrm>
            <a:off x="13258800" y="2912533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14" name="Subtitle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40000" y="829125"/>
            <a:ext cx="8268720" cy="360000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20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de-DE" noProof="0" dirty="0"/>
              <a:t>Zweite Headline</a:t>
            </a:r>
          </a:p>
        </p:txBody>
      </p:sp>
      <p:sp>
        <p:nvSpPr>
          <p:cNvPr id="16" name="Titel 5"/>
          <p:cNvSpPr>
            <a:spLocks noGrp="1"/>
          </p:cNvSpPr>
          <p:nvPr>
            <p:ph type="title" hasCustomPrompt="1"/>
          </p:nvPr>
        </p:nvSpPr>
        <p:spPr bwMode="gray"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dirty="0"/>
              <a:t>Mastertitelformat bearbeiten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A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8"/>
          <p:cNvSpPr/>
          <p:nvPr userDrawn="1"/>
        </p:nvSpPr>
        <p:spPr bwMode="gray">
          <a:xfrm>
            <a:off x="5" y="-1"/>
            <a:ext cx="12191999" cy="6858001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4114800" y="3159004"/>
            <a:ext cx="7531893" cy="800467"/>
          </a:xfrm>
        </p:spPr>
        <p:txBody>
          <a:bodyPr/>
          <a:lstStyle>
            <a:lvl1pPr algn="ctr">
              <a:defRPr sz="66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sp>
        <p:nvSpPr>
          <p:cNvPr id="19" name="Bildplatzhalter 18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0" y="0"/>
            <a:ext cx="4114800" cy="6858000"/>
          </a:xfrm>
          <a:prstGeom prst="round1Rect">
            <a:avLst>
              <a:gd name="adj" fmla="val 11333"/>
            </a:avLst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pic>
        <p:nvPicPr>
          <p:cNvPr id="7" name="Grafik 6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A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8"/>
          <p:cNvSpPr/>
          <p:nvPr userDrawn="1"/>
        </p:nvSpPr>
        <p:spPr bwMode="gray">
          <a:xfrm>
            <a:off x="5" y="-1"/>
            <a:ext cx="12191999" cy="6858001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38165" y="2463322"/>
            <a:ext cx="11108531" cy="800467"/>
          </a:xfrm>
        </p:spPr>
        <p:txBody>
          <a:bodyPr/>
          <a:lstStyle>
            <a:lvl1pPr algn="ctr">
              <a:defRPr sz="66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pic>
        <p:nvPicPr>
          <p:cNvPr id="5" name="Grafik 4"/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61713"/>
          <a:stretch>
            <a:fillRect/>
          </a:stretch>
        </p:blipFill>
        <p:spPr>
          <a:xfrm>
            <a:off x="410319" y="-1225267"/>
            <a:ext cx="11364220" cy="7776177"/>
          </a:xfrm>
          <a:prstGeom prst="rect">
            <a:avLst/>
          </a:prstGeom>
        </p:spPr>
      </p:pic>
      <p:sp>
        <p:nvSpPr>
          <p:cNvPr id="4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1836313" y="4590256"/>
            <a:ext cx="8512232" cy="1834363"/>
          </a:xfrm>
        </p:spPr>
        <p:txBody>
          <a:bodyPr numCol="2" spcCol="18000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Kontakt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2828224"/>
            <a:ext cx="11112000" cy="540000"/>
          </a:xfrm>
        </p:spPr>
        <p:txBody>
          <a:bodyPr/>
          <a:lstStyle>
            <a:lvl1pPr>
              <a:defRPr sz="48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000" y="3747975"/>
            <a:ext cx="7920000" cy="814769"/>
          </a:xfrm>
        </p:spPr>
        <p:txBody>
          <a:bodyPr numCol="2" spcCol="18000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Kontakt</a:t>
            </a:r>
          </a:p>
        </p:txBody>
      </p:sp>
      <p:grpSp>
        <p:nvGrpSpPr>
          <p:cNvPr id="4" name="Gruppieren 3"/>
          <p:cNvGrpSpPr/>
          <p:nvPr userDrawn="1"/>
        </p:nvGrpSpPr>
        <p:grpSpPr>
          <a:xfrm>
            <a:off x="8589755" y="3294570"/>
            <a:ext cx="4177596" cy="3174456"/>
            <a:chOff x="8860223" y="3611128"/>
            <a:chExt cx="3866783" cy="2938277"/>
          </a:xfrm>
        </p:grpSpPr>
        <p:sp>
          <p:nvSpPr>
            <p:cNvPr id="7" name="Abgerundetes Rechteck 6"/>
            <p:cNvSpPr/>
            <p:nvPr userDrawn="1"/>
          </p:nvSpPr>
          <p:spPr bwMode="gray">
            <a:xfrm rot="10800000">
              <a:off x="8860223" y="5748716"/>
              <a:ext cx="2537455" cy="800688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8" name="Träne 7"/>
            <p:cNvSpPr/>
            <p:nvPr userDrawn="1"/>
          </p:nvSpPr>
          <p:spPr bwMode="gray">
            <a:xfrm rot="5400000">
              <a:off x="9799540" y="4948089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Ecken des Rechtecks auf der gleichen Seite abrunden 8"/>
            <p:cNvSpPr/>
            <p:nvPr userDrawn="1"/>
          </p:nvSpPr>
          <p:spPr bwMode="gray">
            <a:xfrm rot="5400000">
              <a:off x="10199822" y="4547678"/>
              <a:ext cx="1601386" cy="800693"/>
            </a:xfrm>
            <a:prstGeom prst="round2SameRect">
              <a:avLst>
                <a:gd name="adj1" fmla="val 50000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0" name="Freihandform 9"/>
            <p:cNvSpPr/>
            <p:nvPr userDrawn="1"/>
          </p:nvSpPr>
          <p:spPr bwMode="gray">
            <a:xfrm rot="10800000">
              <a:off x="11403920" y="3611128"/>
              <a:ext cx="800695" cy="1601391"/>
            </a:xfrm>
            <a:custGeom>
              <a:avLst/>
              <a:gdLst>
                <a:gd name="connsiteX0" fmla="*/ 0 w 540000"/>
                <a:gd name="connsiteY0" fmla="*/ 0 h 1080000"/>
                <a:gd name="connsiteX1" fmla="*/ 540000 w 540000"/>
                <a:gd name="connsiteY1" fmla="*/ 540000 h 1080000"/>
                <a:gd name="connsiteX2" fmla="*/ 0 w 540000"/>
                <a:gd name="connsiteY2" fmla="*/ 1080000 h 1080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540000" h="1080000">
                  <a:moveTo>
                    <a:pt x="0" y="0"/>
                  </a:moveTo>
                  <a:cubicBezTo>
                    <a:pt x="298234" y="0"/>
                    <a:pt x="540000" y="241766"/>
                    <a:pt x="540000" y="540000"/>
                  </a:cubicBezTo>
                  <a:cubicBezTo>
                    <a:pt x="540000" y="838234"/>
                    <a:pt x="298234" y="1080000"/>
                    <a:pt x="0" y="108000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2" name="Träne 11"/>
            <p:cNvSpPr/>
            <p:nvPr userDrawn="1"/>
          </p:nvSpPr>
          <p:spPr bwMode="gray">
            <a:xfrm rot="16200000">
              <a:off x="11403815" y="5226215"/>
              <a:ext cx="1323297" cy="132308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cxnSp>
        <p:nvCxnSpPr>
          <p:cNvPr id="14" name="Straight Connector 8"/>
          <p:cNvCxnSpPr/>
          <p:nvPr userDrawn="1"/>
        </p:nvCxnSpPr>
        <p:spPr bwMode="gray">
          <a:xfrm>
            <a:off x="540000" y="3554185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Grafik 12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B Schlussfolie mit Bild"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8"/>
          <p:cNvSpPr/>
          <p:nvPr userDrawn="1"/>
        </p:nvSpPr>
        <p:spPr bwMode="gray"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3429000"/>
              <a:gd name="connsiteX1" fmla="*/ 12192000 w 12192000"/>
              <a:gd name="connsiteY1" fmla="*/ 0 h 3429000"/>
              <a:gd name="connsiteX2" fmla="*/ 12192000 w 12192000"/>
              <a:gd name="connsiteY2" fmla="*/ 3429000 h 3429000"/>
              <a:gd name="connsiteX3" fmla="*/ 0 w 12192000"/>
              <a:gd name="connsiteY3" fmla="*/ 3429000 h 3429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192000" h="3429000">
                <a:moveTo>
                  <a:pt x="0" y="0"/>
                </a:moveTo>
                <a:lnTo>
                  <a:pt x="12192000" y="0"/>
                </a:lnTo>
                <a:lnTo>
                  <a:pt x="12192000" y="3429000"/>
                </a:lnTo>
                <a:lnTo>
                  <a:pt x="0" y="342900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accent2"/>
              </a:solidFill>
            </a:endParaRPr>
          </a:p>
        </p:txBody>
      </p:sp>
      <p:grpSp>
        <p:nvGrpSpPr>
          <p:cNvPr id="4" name="Gruppieren 3"/>
          <p:cNvGrpSpPr/>
          <p:nvPr userDrawn="1"/>
        </p:nvGrpSpPr>
        <p:grpSpPr>
          <a:xfrm rot="5400000" flipH="1">
            <a:off x="-64243" y="-643043"/>
            <a:ext cx="4337797" cy="3132967"/>
            <a:chOff x="8235924" y="3649527"/>
            <a:chExt cx="4015066" cy="2899876"/>
          </a:xfrm>
        </p:grpSpPr>
        <p:sp>
          <p:nvSpPr>
            <p:cNvPr id="7" name="Abgerundetes Rechteck 6"/>
            <p:cNvSpPr/>
            <p:nvPr userDrawn="1"/>
          </p:nvSpPr>
          <p:spPr bwMode="gray">
            <a:xfrm rot="10800000">
              <a:off x="8235924" y="5748715"/>
              <a:ext cx="4015066" cy="800688"/>
            </a:xfrm>
            <a:prstGeom prst="roundRect">
              <a:avLst>
                <a:gd name="adj" fmla="val 50000"/>
              </a:avLst>
            </a:prstGeom>
            <a:solidFill>
              <a:schemeClr val="accent1">
                <a:lumMod val="60000"/>
                <a:lumOff val="40000"/>
                <a:alpha val="84239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8" name="Träne 7"/>
            <p:cNvSpPr/>
            <p:nvPr userDrawn="1"/>
          </p:nvSpPr>
          <p:spPr bwMode="gray">
            <a:xfrm rot="5400000">
              <a:off x="8812971" y="4948090"/>
              <a:ext cx="800693" cy="800564"/>
            </a:xfrm>
            <a:prstGeom prst="teardrop">
              <a:avLst>
                <a:gd name="adj" fmla="val 99398"/>
              </a:avLst>
            </a:prstGeom>
            <a:solidFill>
              <a:schemeClr val="accent1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9" name="Ecken des Rechtecks auf der gleichen Seite abrunden 8"/>
            <p:cNvSpPr/>
            <p:nvPr userDrawn="1"/>
          </p:nvSpPr>
          <p:spPr bwMode="gray">
            <a:xfrm rot="5400000">
              <a:off x="8964351" y="4298777"/>
              <a:ext cx="2099190" cy="800693"/>
            </a:xfrm>
            <a:prstGeom prst="round2SameRect">
              <a:avLst>
                <a:gd name="adj1" fmla="val 48679"/>
                <a:gd name="adj2" fmla="val 0"/>
              </a:avLst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  <p:sp>
          <p:nvSpPr>
            <p:cNvPr id="12" name="Oval 11"/>
            <p:cNvSpPr/>
            <p:nvPr userDrawn="1"/>
          </p:nvSpPr>
          <p:spPr bwMode="gray">
            <a:xfrm rot="5400000">
              <a:off x="10416078" y="3649634"/>
              <a:ext cx="1323297" cy="1323084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tIns="36000" rIns="36000" bIns="36000" rtlCol="0" anchor="ctr"/>
            <a:lstStyle/>
            <a:p>
              <a:pPr algn="ctr">
                <a:lnSpc>
                  <a:spcPct val="90000"/>
                </a:lnSpc>
                <a:spcAft>
                  <a:spcPts val="1000"/>
                </a:spcAft>
              </a:pPr>
              <a:endParaRPr lang="de-DE" sz="1400" dirty="0" err="1"/>
            </a:p>
          </p:txBody>
        </p:sp>
      </p:grpSp>
      <p:sp>
        <p:nvSpPr>
          <p:cNvPr id="5" name="Titel 2"/>
          <p:cNvSpPr>
            <a:spLocks noGrp="1"/>
          </p:cNvSpPr>
          <p:nvPr>
            <p:ph type="title" hasCustomPrompt="1"/>
          </p:nvPr>
        </p:nvSpPr>
        <p:spPr bwMode="gray">
          <a:xfrm>
            <a:off x="540000" y="3632678"/>
            <a:ext cx="4443480" cy="540000"/>
          </a:xfrm>
        </p:spPr>
        <p:txBody>
          <a:bodyPr/>
          <a:lstStyle>
            <a:lvl1pPr>
              <a:defRPr sz="4800" cap="all" spc="400" baseline="0">
                <a:solidFill>
                  <a:schemeClr val="bg1"/>
                </a:solidFill>
              </a:defRPr>
            </a:lvl1pPr>
          </a:lstStyle>
          <a:p>
            <a:r>
              <a:rPr lang="de-DE" noProof="0" dirty="0"/>
              <a:t>Vielen Dank!</a:t>
            </a:r>
          </a:p>
        </p:txBody>
      </p:sp>
      <p:sp>
        <p:nvSpPr>
          <p:cNvPr id="2" name="Textplatzhalter 5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40000" y="4577570"/>
            <a:ext cx="4443480" cy="1834363"/>
          </a:xfrm>
        </p:spPr>
        <p:txBody>
          <a:bodyPr numCol="2" spcCol="180000"/>
          <a:lstStyle>
            <a:lvl1pPr marL="0" indent="0">
              <a:lnSpc>
                <a:spcPct val="100000"/>
              </a:lnSpc>
              <a:buNone/>
              <a:defRPr>
                <a:solidFill>
                  <a:schemeClr val="bg1"/>
                </a:solidFill>
              </a:defRPr>
            </a:lvl1pPr>
          </a:lstStyle>
          <a:p>
            <a:pPr lvl="0"/>
            <a:r>
              <a:rPr lang="de-DE" dirty="0"/>
              <a:t>Kontakt</a:t>
            </a:r>
          </a:p>
        </p:txBody>
      </p:sp>
      <p:sp>
        <p:nvSpPr>
          <p:cNvPr id="14" name="Textfeld 13"/>
          <p:cNvSpPr txBox="1"/>
          <p:nvPr userDrawn="1"/>
        </p:nvSpPr>
        <p:spPr bwMode="gray">
          <a:xfrm>
            <a:off x="-1680211" y="378333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sp>
        <p:nvSpPr>
          <p:cNvPr id="13" name="Bildplatzhalter 4"/>
          <p:cNvSpPr>
            <a:spLocks noGrp="1" noChangeAspect="1"/>
          </p:cNvSpPr>
          <p:nvPr>
            <p:ph type="pic" sz="quarter" idx="10" hasCustomPrompt="1"/>
          </p:nvPr>
        </p:nvSpPr>
        <p:spPr bwMode="gray">
          <a:xfrm>
            <a:off x="6503672" y="1727200"/>
            <a:ext cx="6226493" cy="4697410"/>
          </a:xfrm>
          <a:prstGeom prst="round2DiagRect">
            <a:avLst>
              <a:gd name="adj1" fmla="val 12052"/>
              <a:gd name="adj2" fmla="val 0"/>
            </a:avLst>
          </a:pr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 algn="ctr">
              <a:buNone/>
              <a:defRPr sz="1000" b="1"/>
            </a:lvl1pPr>
          </a:lstStyle>
          <a:p>
            <a:endParaRPr lang="de-DE" dirty="0"/>
          </a:p>
          <a:p>
            <a:r>
              <a:rPr lang="de-DE" dirty="0"/>
              <a:t>Bildplatzhalter:</a:t>
            </a:r>
            <a:br>
              <a:rPr lang="de-DE" dirty="0"/>
            </a:br>
            <a:r>
              <a:rPr lang="de-DE" dirty="0"/>
              <a:t>Bild durch Klicken auf Symbol hinzufügen</a:t>
            </a:r>
          </a:p>
        </p:txBody>
      </p:sp>
      <p:sp>
        <p:nvSpPr>
          <p:cNvPr id="17" name="Textfeld 16"/>
          <p:cNvSpPr txBox="1"/>
          <p:nvPr userDrawn="1"/>
        </p:nvSpPr>
        <p:spPr bwMode="gray">
          <a:xfrm>
            <a:off x="-2527069" y="3142211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l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sz="1800" dirty="0" err="1"/>
          </a:p>
        </p:txBody>
      </p:sp>
      <p:cxnSp>
        <p:nvCxnSpPr>
          <p:cNvPr id="15" name="Straight Connector 8"/>
          <p:cNvCxnSpPr/>
          <p:nvPr userDrawn="1"/>
        </p:nvCxnSpPr>
        <p:spPr bwMode="gray">
          <a:xfrm>
            <a:off x="540000" y="4358639"/>
            <a:ext cx="1440000" cy="0"/>
          </a:xfrm>
          <a:prstGeom prst="line">
            <a:avLst/>
          </a:prstGeom>
          <a:ln w="38100" cap="rnd" cmpd="sng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Grafik 15"/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>
            <a:fillRect/>
          </a:stretch>
        </p:blipFill>
        <p:spPr>
          <a:xfrm>
            <a:off x="9082995" y="257302"/>
            <a:ext cx="2743200" cy="71868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image" Target="../media/image2.svg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55.xml"/><Relationship Id="rId18" Type="http://schemas.openxmlformats.org/officeDocument/2006/relationships/slideLayout" Target="../slideLayouts/slideLayout60.xml"/><Relationship Id="rId26" Type="http://schemas.openxmlformats.org/officeDocument/2006/relationships/slideLayout" Target="../slideLayouts/slideLayout68.xml"/><Relationship Id="rId39" Type="http://schemas.openxmlformats.org/officeDocument/2006/relationships/slideLayout" Target="../slideLayouts/slideLayout81.xml"/><Relationship Id="rId21" Type="http://schemas.openxmlformats.org/officeDocument/2006/relationships/slideLayout" Target="../slideLayouts/slideLayout63.xml"/><Relationship Id="rId34" Type="http://schemas.openxmlformats.org/officeDocument/2006/relationships/slideLayout" Target="../slideLayouts/slideLayout76.xml"/><Relationship Id="rId42" Type="http://schemas.openxmlformats.org/officeDocument/2006/relationships/slideLayout" Target="../slideLayouts/slideLayout84.xml"/><Relationship Id="rId7" Type="http://schemas.openxmlformats.org/officeDocument/2006/relationships/slideLayout" Target="../slideLayouts/slideLayout49.xml"/><Relationship Id="rId2" Type="http://schemas.openxmlformats.org/officeDocument/2006/relationships/slideLayout" Target="../slideLayouts/slideLayout44.xml"/><Relationship Id="rId16" Type="http://schemas.openxmlformats.org/officeDocument/2006/relationships/slideLayout" Target="../slideLayouts/slideLayout58.xml"/><Relationship Id="rId29" Type="http://schemas.openxmlformats.org/officeDocument/2006/relationships/slideLayout" Target="../slideLayouts/slideLayout71.xml"/><Relationship Id="rId1" Type="http://schemas.openxmlformats.org/officeDocument/2006/relationships/slideLayout" Target="../slideLayouts/slideLayout43.xml"/><Relationship Id="rId6" Type="http://schemas.openxmlformats.org/officeDocument/2006/relationships/slideLayout" Target="../slideLayouts/slideLayout48.xml"/><Relationship Id="rId11" Type="http://schemas.openxmlformats.org/officeDocument/2006/relationships/slideLayout" Target="../slideLayouts/slideLayout53.xml"/><Relationship Id="rId24" Type="http://schemas.openxmlformats.org/officeDocument/2006/relationships/slideLayout" Target="../slideLayouts/slideLayout66.xml"/><Relationship Id="rId32" Type="http://schemas.openxmlformats.org/officeDocument/2006/relationships/slideLayout" Target="../slideLayouts/slideLayout74.xml"/><Relationship Id="rId37" Type="http://schemas.openxmlformats.org/officeDocument/2006/relationships/slideLayout" Target="../slideLayouts/slideLayout79.xml"/><Relationship Id="rId40" Type="http://schemas.openxmlformats.org/officeDocument/2006/relationships/slideLayout" Target="../slideLayouts/slideLayout82.xml"/><Relationship Id="rId45" Type="http://schemas.openxmlformats.org/officeDocument/2006/relationships/image" Target="../media/image2.svg"/><Relationship Id="rId5" Type="http://schemas.openxmlformats.org/officeDocument/2006/relationships/slideLayout" Target="../slideLayouts/slideLayout47.xml"/><Relationship Id="rId15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65.xml"/><Relationship Id="rId28" Type="http://schemas.openxmlformats.org/officeDocument/2006/relationships/slideLayout" Target="../slideLayouts/slideLayout70.xml"/><Relationship Id="rId36" Type="http://schemas.openxmlformats.org/officeDocument/2006/relationships/slideLayout" Target="../slideLayouts/slideLayout78.xml"/><Relationship Id="rId10" Type="http://schemas.openxmlformats.org/officeDocument/2006/relationships/slideLayout" Target="../slideLayouts/slideLayout52.xml"/><Relationship Id="rId19" Type="http://schemas.openxmlformats.org/officeDocument/2006/relationships/slideLayout" Target="../slideLayouts/slideLayout61.xml"/><Relationship Id="rId31" Type="http://schemas.openxmlformats.org/officeDocument/2006/relationships/slideLayout" Target="../slideLayouts/slideLayout73.xml"/><Relationship Id="rId44" Type="http://schemas.openxmlformats.org/officeDocument/2006/relationships/image" Target="../media/image1.png"/><Relationship Id="rId4" Type="http://schemas.openxmlformats.org/officeDocument/2006/relationships/slideLayout" Target="../slideLayouts/slideLayout46.xml"/><Relationship Id="rId9" Type="http://schemas.openxmlformats.org/officeDocument/2006/relationships/slideLayout" Target="../slideLayouts/slideLayout51.xml"/><Relationship Id="rId14" Type="http://schemas.openxmlformats.org/officeDocument/2006/relationships/slideLayout" Target="../slideLayouts/slideLayout56.xml"/><Relationship Id="rId22" Type="http://schemas.openxmlformats.org/officeDocument/2006/relationships/slideLayout" Target="../slideLayouts/slideLayout64.xml"/><Relationship Id="rId27" Type="http://schemas.openxmlformats.org/officeDocument/2006/relationships/slideLayout" Target="../slideLayouts/slideLayout69.xml"/><Relationship Id="rId30" Type="http://schemas.openxmlformats.org/officeDocument/2006/relationships/slideLayout" Target="../slideLayouts/slideLayout72.xml"/><Relationship Id="rId35" Type="http://schemas.openxmlformats.org/officeDocument/2006/relationships/slideLayout" Target="../slideLayouts/slideLayout77.xml"/><Relationship Id="rId43" Type="http://schemas.openxmlformats.org/officeDocument/2006/relationships/theme" Target="../theme/theme2.xml"/><Relationship Id="rId8" Type="http://schemas.openxmlformats.org/officeDocument/2006/relationships/slideLayout" Target="../slideLayouts/slideLayout50.xml"/><Relationship Id="rId3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4.xml"/><Relationship Id="rId17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67.xml"/><Relationship Id="rId33" Type="http://schemas.openxmlformats.org/officeDocument/2006/relationships/slideLayout" Target="../slideLayouts/slideLayout75.xml"/><Relationship Id="rId38" Type="http://schemas.openxmlformats.org/officeDocument/2006/relationships/slideLayout" Target="../slideLayouts/slideLayout80.xml"/><Relationship Id="rId20" Type="http://schemas.openxmlformats.org/officeDocument/2006/relationships/slideLayout" Target="../slideLayouts/slideLayout62.xml"/><Relationship Id="rId41" Type="http://schemas.openxmlformats.org/officeDocument/2006/relationships/slideLayout" Target="../slideLayouts/slideLayout83.xml"/></Relationships>
</file>

<file path=ppt/slideMasters/_rels/slideMaster3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97.xml"/><Relationship Id="rId18" Type="http://schemas.openxmlformats.org/officeDocument/2006/relationships/slideLayout" Target="../slideLayouts/slideLayout102.xml"/><Relationship Id="rId26" Type="http://schemas.openxmlformats.org/officeDocument/2006/relationships/slideLayout" Target="../slideLayouts/slideLayout110.xml"/><Relationship Id="rId39" Type="http://schemas.openxmlformats.org/officeDocument/2006/relationships/slideLayout" Target="../slideLayouts/slideLayout123.xml"/><Relationship Id="rId21" Type="http://schemas.openxmlformats.org/officeDocument/2006/relationships/slideLayout" Target="../slideLayouts/slideLayout105.xml"/><Relationship Id="rId34" Type="http://schemas.openxmlformats.org/officeDocument/2006/relationships/slideLayout" Target="../slideLayouts/slideLayout118.xml"/><Relationship Id="rId42" Type="http://schemas.openxmlformats.org/officeDocument/2006/relationships/slideLayout" Target="../slideLayouts/slideLayout126.xml"/><Relationship Id="rId7" Type="http://schemas.openxmlformats.org/officeDocument/2006/relationships/slideLayout" Target="../slideLayouts/slideLayout91.xml"/><Relationship Id="rId2" Type="http://schemas.openxmlformats.org/officeDocument/2006/relationships/slideLayout" Target="../slideLayouts/slideLayout86.xml"/><Relationship Id="rId16" Type="http://schemas.openxmlformats.org/officeDocument/2006/relationships/slideLayout" Target="../slideLayouts/slideLayout100.xml"/><Relationship Id="rId29" Type="http://schemas.openxmlformats.org/officeDocument/2006/relationships/slideLayout" Target="../slideLayouts/slideLayout113.xml"/><Relationship Id="rId1" Type="http://schemas.openxmlformats.org/officeDocument/2006/relationships/slideLayout" Target="../slideLayouts/slideLayout85.xml"/><Relationship Id="rId6" Type="http://schemas.openxmlformats.org/officeDocument/2006/relationships/slideLayout" Target="../slideLayouts/slideLayout90.xml"/><Relationship Id="rId11" Type="http://schemas.openxmlformats.org/officeDocument/2006/relationships/slideLayout" Target="../slideLayouts/slideLayout95.xml"/><Relationship Id="rId24" Type="http://schemas.openxmlformats.org/officeDocument/2006/relationships/slideLayout" Target="../slideLayouts/slideLayout108.xml"/><Relationship Id="rId32" Type="http://schemas.openxmlformats.org/officeDocument/2006/relationships/slideLayout" Target="../slideLayouts/slideLayout116.xml"/><Relationship Id="rId37" Type="http://schemas.openxmlformats.org/officeDocument/2006/relationships/slideLayout" Target="../slideLayouts/slideLayout121.xml"/><Relationship Id="rId40" Type="http://schemas.openxmlformats.org/officeDocument/2006/relationships/slideLayout" Target="../slideLayouts/slideLayout124.xml"/><Relationship Id="rId45" Type="http://schemas.openxmlformats.org/officeDocument/2006/relationships/image" Target="../media/image2.svg"/><Relationship Id="rId5" Type="http://schemas.openxmlformats.org/officeDocument/2006/relationships/slideLayout" Target="../slideLayouts/slideLayout89.xml"/><Relationship Id="rId15" Type="http://schemas.openxmlformats.org/officeDocument/2006/relationships/slideLayout" Target="../slideLayouts/slideLayout99.xml"/><Relationship Id="rId23" Type="http://schemas.openxmlformats.org/officeDocument/2006/relationships/slideLayout" Target="../slideLayouts/slideLayout107.xml"/><Relationship Id="rId28" Type="http://schemas.openxmlformats.org/officeDocument/2006/relationships/slideLayout" Target="../slideLayouts/slideLayout112.xml"/><Relationship Id="rId36" Type="http://schemas.openxmlformats.org/officeDocument/2006/relationships/slideLayout" Target="../slideLayouts/slideLayout120.xml"/><Relationship Id="rId10" Type="http://schemas.openxmlformats.org/officeDocument/2006/relationships/slideLayout" Target="../slideLayouts/slideLayout94.xml"/><Relationship Id="rId19" Type="http://schemas.openxmlformats.org/officeDocument/2006/relationships/slideLayout" Target="../slideLayouts/slideLayout103.xml"/><Relationship Id="rId31" Type="http://schemas.openxmlformats.org/officeDocument/2006/relationships/slideLayout" Target="../slideLayouts/slideLayout115.xml"/><Relationship Id="rId44" Type="http://schemas.openxmlformats.org/officeDocument/2006/relationships/image" Target="../media/image1.png"/><Relationship Id="rId4" Type="http://schemas.openxmlformats.org/officeDocument/2006/relationships/slideLayout" Target="../slideLayouts/slideLayout88.xml"/><Relationship Id="rId9" Type="http://schemas.openxmlformats.org/officeDocument/2006/relationships/slideLayout" Target="../slideLayouts/slideLayout93.xml"/><Relationship Id="rId14" Type="http://schemas.openxmlformats.org/officeDocument/2006/relationships/slideLayout" Target="../slideLayouts/slideLayout98.xml"/><Relationship Id="rId22" Type="http://schemas.openxmlformats.org/officeDocument/2006/relationships/slideLayout" Target="../slideLayouts/slideLayout106.xml"/><Relationship Id="rId27" Type="http://schemas.openxmlformats.org/officeDocument/2006/relationships/slideLayout" Target="../slideLayouts/slideLayout111.xml"/><Relationship Id="rId30" Type="http://schemas.openxmlformats.org/officeDocument/2006/relationships/slideLayout" Target="../slideLayouts/slideLayout114.xml"/><Relationship Id="rId35" Type="http://schemas.openxmlformats.org/officeDocument/2006/relationships/slideLayout" Target="../slideLayouts/slideLayout119.xml"/><Relationship Id="rId43" Type="http://schemas.openxmlformats.org/officeDocument/2006/relationships/theme" Target="../theme/theme3.xml"/><Relationship Id="rId8" Type="http://schemas.openxmlformats.org/officeDocument/2006/relationships/slideLayout" Target="../slideLayouts/slideLayout92.xml"/><Relationship Id="rId3" Type="http://schemas.openxmlformats.org/officeDocument/2006/relationships/slideLayout" Target="../slideLayouts/slideLayout87.xml"/><Relationship Id="rId12" Type="http://schemas.openxmlformats.org/officeDocument/2006/relationships/slideLayout" Target="../slideLayouts/slideLayout96.xml"/><Relationship Id="rId17" Type="http://schemas.openxmlformats.org/officeDocument/2006/relationships/slideLayout" Target="../slideLayouts/slideLayout101.xml"/><Relationship Id="rId25" Type="http://schemas.openxmlformats.org/officeDocument/2006/relationships/slideLayout" Target="../slideLayouts/slideLayout109.xml"/><Relationship Id="rId33" Type="http://schemas.openxmlformats.org/officeDocument/2006/relationships/slideLayout" Target="../slideLayouts/slideLayout117.xml"/><Relationship Id="rId38" Type="http://schemas.openxmlformats.org/officeDocument/2006/relationships/slideLayout" Target="../slideLayouts/slideLayout122.xml"/><Relationship Id="rId20" Type="http://schemas.openxmlformats.org/officeDocument/2006/relationships/slideLayout" Target="../slideLayouts/slideLayout104.xml"/><Relationship Id="rId41" Type="http://schemas.openxmlformats.org/officeDocument/2006/relationships/slideLayout" Target="../slideLayouts/slideLayout1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/>
          <p:cNvSpPr>
            <a:spLocks noGrp="1"/>
          </p:cNvSpPr>
          <p:nvPr>
            <p:ph type="title"/>
          </p:nvPr>
        </p:nvSpPr>
        <p:spPr bwMode="gray">
          <a:xfrm>
            <a:off x="540000" y="432000"/>
            <a:ext cx="826872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"/>
          <p:cNvSpPr>
            <a:spLocks noGrp="1"/>
          </p:cNvSpPr>
          <p:nvPr>
            <p:ph type="body" idx="1"/>
          </p:nvPr>
        </p:nvSpPr>
        <p:spPr bwMode="gray">
          <a:xfrm>
            <a:off x="540000" y="1728000"/>
            <a:ext cx="11112000" cy="41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4" name="Datum"/>
          <p:cNvSpPr>
            <a:spLocks noGrp="1"/>
          </p:cNvSpPr>
          <p:nvPr>
            <p:ph type="dt" sz="half" idx="2"/>
          </p:nvPr>
        </p:nvSpPr>
        <p:spPr bwMode="gray">
          <a:xfrm>
            <a:off x="9525403" y="6493063"/>
            <a:ext cx="1765820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80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/>
              <a:t>3rd December 2024</a:t>
            </a:r>
            <a:endParaRPr lang="de-DE" dirty="0"/>
          </a:p>
        </p:txBody>
      </p:sp>
      <p:sp>
        <p:nvSpPr>
          <p:cNvPr id="5" name="Fußzeile"/>
          <p:cNvSpPr>
            <a:spLocks noGrp="1"/>
          </p:cNvSpPr>
          <p:nvPr>
            <p:ph type="ftr" sz="quarter" idx="3"/>
          </p:nvPr>
        </p:nvSpPr>
        <p:spPr bwMode="gray">
          <a:xfrm>
            <a:off x="540000" y="6493063"/>
            <a:ext cx="7560000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80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de-DE"/>
              <a:t>IC – Intercultural Competences | Aabha Rajeev Tembe &amp; Rinkal Keyul Zadafiya | Amberg | 2-16</a:t>
            </a:r>
            <a:endParaRPr lang="de-DE" dirty="0"/>
          </a:p>
        </p:txBody>
      </p:sp>
      <p:sp>
        <p:nvSpPr>
          <p:cNvPr id="6" name="Foliennummer"/>
          <p:cNvSpPr>
            <a:spLocks noGrp="1"/>
          </p:cNvSpPr>
          <p:nvPr>
            <p:ph type="sldNum" sz="quarter" idx="4"/>
          </p:nvPr>
        </p:nvSpPr>
        <p:spPr bwMode="gray">
          <a:xfrm>
            <a:off x="11341456" y="6493063"/>
            <a:ext cx="310544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80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fld id="{02CEFE82-39F2-4F47-8A0C-D5AB3496FA5C}" type="slidenum">
              <a:rPr lang="de-DE" smtClean="0"/>
              <a:t>‹#›</a:t>
            </a:fld>
            <a:endParaRPr lang="de-DE" dirty="0"/>
          </a:p>
        </p:txBody>
      </p:sp>
      <p:cxnSp>
        <p:nvCxnSpPr>
          <p:cNvPr id="9" name="Straight Connector 8"/>
          <p:cNvCxnSpPr/>
          <p:nvPr userDrawn="1"/>
        </p:nvCxnSpPr>
        <p:spPr bwMode="gray">
          <a:xfrm>
            <a:off x="540000" y="1305318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/>
          <p:cNvCxnSpPr/>
          <p:nvPr userDrawn="1"/>
        </p:nvCxnSpPr>
        <p:spPr bwMode="gray">
          <a:xfrm>
            <a:off x="540004" y="6426000"/>
            <a:ext cx="11112001" cy="0"/>
          </a:xfrm>
          <a:prstGeom prst="line">
            <a:avLst/>
          </a:prstGeom>
          <a:ln w="12700" cap="rnd" cmpd="sng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/>
          <p:cNvPicPr>
            <a:picLocks noChangeAspect="1"/>
          </p:cNvPicPr>
          <p:nvPr userDrawn="1"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9088556" y="254652"/>
            <a:ext cx="2741417" cy="71821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225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/>
          <p:cNvSpPr>
            <a:spLocks noGrp="1"/>
          </p:cNvSpPr>
          <p:nvPr>
            <p:ph type="title"/>
          </p:nvPr>
        </p:nvSpPr>
        <p:spPr bwMode="gray">
          <a:xfrm>
            <a:off x="540000" y="432000"/>
            <a:ext cx="826872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"/>
          <p:cNvSpPr>
            <a:spLocks noGrp="1"/>
          </p:cNvSpPr>
          <p:nvPr>
            <p:ph type="body" idx="1"/>
          </p:nvPr>
        </p:nvSpPr>
        <p:spPr bwMode="gray">
          <a:xfrm>
            <a:off x="540000" y="1728000"/>
            <a:ext cx="11112000" cy="41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4" name="Datum"/>
          <p:cNvSpPr>
            <a:spLocks noGrp="1"/>
          </p:cNvSpPr>
          <p:nvPr>
            <p:ph type="dt" sz="half" idx="2"/>
          </p:nvPr>
        </p:nvSpPr>
        <p:spPr bwMode="gray">
          <a:xfrm>
            <a:off x="9525403" y="6493063"/>
            <a:ext cx="1765820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80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/>
              <a:t>3rd December 2024</a:t>
            </a:r>
            <a:endParaRPr lang="de-DE" dirty="0"/>
          </a:p>
        </p:txBody>
      </p:sp>
      <p:sp>
        <p:nvSpPr>
          <p:cNvPr id="5" name="Fußzeile"/>
          <p:cNvSpPr>
            <a:spLocks noGrp="1"/>
          </p:cNvSpPr>
          <p:nvPr>
            <p:ph type="ftr" sz="quarter" idx="3"/>
          </p:nvPr>
        </p:nvSpPr>
        <p:spPr bwMode="gray">
          <a:xfrm>
            <a:off x="540000" y="6493063"/>
            <a:ext cx="7560000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80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de-DE"/>
              <a:t>IC – Intercultural Competences | Aabha Rajeev Tembe &amp; Rinkal Keyul Zadafiya | Amberg | 2-16</a:t>
            </a:r>
            <a:endParaRPr lang="de-DE" dirty="0"/>
          </a:p>
        </p:txBody>
      </p:sp>
      <p:sp>
        <p:nvSpPr>
          <p:cNvPr id="6" name="Foliennummer"/>
          <p:cNvSpPr>
            <a:spLocks noGrp="1"/>
          </p:cNvSpPr>
          <p:nvPr>
            <p:ph type="sldNum" sz="quarter" idx="4"/>
          </p:nvPr>
        </p:nvSpPr>
        <p:spPr bwMode="gray">
          <a:xfrm>
            <a:off x="11341456" y="6493063"/>
            <a:ext cx="310544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80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fld id="{02CEFE82-39F2-4F47-8A0C-D5AB3496FA5C}" type="slidenum">
              <a:rPr lang="de-DE" smtClean="0"/>
              <a:t>‹#›</a:t>
            </a:fld>
            <a:endParaRPr lang="de-DE" dirty="0"/>
          </a:p>
        </p:txBody>
      </p:sp>
      <p:cxnSp>
        <p:nvCxnSpPr>
          <p:cNvPr id="9" name="Straight Connector 8"/>
          <p:cNvCxnSpPr/>
          <p:nvPr userDrawn="1"/>
        </p:nvCxnSpPr>
        <p:spPr bwMode="gray">
          <a:xfrm>
            <a:off x="540000" y="1305318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/>
          <p:cNvCxnSpPr/>
          <p:nvPr userDrawn="1"/>
        </p:nvCxnSpPr>
        <p:spPr bwMode="gray">
          <a:xfrm>
            <a:off x="540004" y="6426000"/>
            <a:ext cx="11112001" cy="0"/>
          </a:xfrm>
          <a:prstGeom prst="line">
            <a:avLst/>
          </a:prstGeom>
          <a:ln w="12700" cap="rnd" cmpd="sng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/>
          <p:cNvPicPr>
            <a:picLocks noChangeAspect="1"/>
          </p:cNvPicPr>
          <p:nvPr userDrawn="1"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9088556" y="254652"/>
            <a:ext cx="2741417" cy="71821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8" r:id="rId7"/>
    <p:sldLayoutId id="2147483699" r:id="rId8"/>
    <p:sldLayoutId id="2147483700" r:id="rId9"/>
    <p:sldLayoutId id="2147483701" r:id="rId10"/>
    <p:sldLayoutId id="2147483702" r:id="rId11"/>
    <p:sldLayoutId id="2147483703" r:id="rId12"/>
    <p:sldLayoutId id="2147483704" r:id="rId13"/>
    <p:sldLayoutId id="2147483705" r:id="rId14"/>
    <p:sldLayoutId id="2147483706" r:id="rId15"/>
    <p:sldLayoutId id="2147483707" r:id="rId16"/>
    <p:sldLayoutId id="2147483708" r:id="rId17"/>
    <p:sldLayoutId id="2147483709" r:id="rId18"/>
    <p:sldLayoutId id="2147483710" r:id="rId19"/>
    <p:sldLayoutId id="2147483711" r:id="rId20"/>
    <p:sldLayoutId id="2147483712" r:id="rId21"/>
    <p:sldLayoutId id="2147483713" r:id="rId22"/>
    <p:sldLayoutId id="2147483714" r:id="rId23"/>
    <p:sldLayoutId id="2147483715" r:id="rId24"/>
    <p:sldLayoutId id="2147483716" r:id="rId25"/>
    <p:sldLayoutId id="2147483717" r:id="rId26"/>
    <p:sldLayoutId id="2147483718" r:id="rId27"/>
    <p:sldLayoutId id="2147483719" r:id="rId28"/>
    <p:sldLayoutId id="2147483720" r:id="rId29"/>
    <p:sldLayoutId id="2147483721" r:id="rId30"/>
    <p:sldLayoutId id="2147483722" r:id="rId31"/>
    <p:sldLayoutId id="2147483723" r:id="rId32"/>
    <p:sldLayoutId id="2147483724" r:id="rId33"/>
    <p:sldLayoutId id="2147483725" r:id="rId34"/>
    <p:sldLayoutId id="2147483726" r:id="rId35"/>
    <p:sldLayoutId id="2147483727" r:id="rId36"/>
    <p:sldLayoutId id="2147483728" r:id="rId37"/>
    <p:sldLayoutId id="2147483729" r:id="rId38"/>
    <p:sldLayoutId id="2147483730" r:id="rId39"/>
    <p:sldLayoutId id="2147483731" r:id="rId40"/>
    <p:sldLayoutId id="2147483732" r:id="rId41"/>
    <p:sldLayoutId id="2147483733" r:id="rId4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225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"/>
          <p:cNvSpPr>
            <a:spLocks noGrp="1"/>
          </p:cNvSpPr>
          <p:nvPr>
            <p:ph type="title"/>
          </p:nvPr>
        </p:nvSpPr>
        <p:spPr bwMode="gray">
          <a:xfrm>
            <a:off x="540000" y="432000"/>
            <a:ext cx="8268720" cy="3600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de-DE" noProof="0" dirty="0"/>
              <a:t>Titelmasterformat durch Klicken bearbeiten</a:t>
            </a:r>
          </a:p>
        </p:txBody>
      </p:sp>
      <p:sp>
        <p:nvSpPr>
          <p:cNvPr id="3" name="Inhalt"/>
          <p:cNvSpPr>
            <a:spLocks noGrp="1"/>
          </p:cNvSpPr>
          <p:nvPr>
            <p:ph type="body" idx="1"/>
          </p:nvPr>
        </p:nvSpPr>
        <p:spPr bwMode="gray">
          <a:xfrm>
            <a:off x="540000" y="1728000"/>
            <a:ext cx="11112000" cy="414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4" name="Datum"/>
          <p:cNvSpPr>
            <a:spLocks noGrp="1"/>
          </p:cNvSpPr>
          <p:nvPr>
            <p:ph type="dt" sz="half" idx="2"/>
          </p:nvPr>
        </p:nvSpPr>
        <p:spPr bwMode="gray">
          <a:xfrm>
            <a:off x="9525403" y="6493063"/>
            <a:ext cx="1765820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80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en-US"/>
              <a:t>3rd December 2024</a:t>
            </a:r>
            <a:endParaRPr lang="de-DE" dirty="0"/>
          </a:p>
        </p:txBody>
      </p:sp>
      <p:sp>
        <p:nvSpPr>
          <p:cNvPr id="5" name="Fußzeile"/>
          <p:cNvSpPr>
            <a:spLocks noGrp="1"/>
          </p:cNvSpPr>
          <p:nvPr>
            <p:ph type="ftr" sz="quarter" idx="3"/>
          </p:nvPr>
        </p:nvSpPr>
        <p:spPr bwMode="gray">
          <a:xfrm>
            <a:off x="540000" y="6493063"/>
            <a:ext cx="7560000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>
              <a:defRPr sz="80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r>
              <a:rPr lang="de-DE"/>
              <a:t>IC – Intercultural Competences | Aabha Rajeev Tembe &amp; Rinkal Keyul Zadafiya | Amberg | 2-16</a:t>
            </a:r>
            <a:endParaRPr lang="de-DE" dirty="0"/>
          </a:p>
        </p:txBody>
      </p:sp>
      <p:sp>
        <p:nvSpPr>
          <p:cNvPr id="6" name="Foliennummer"/>
          <p:cNvSpPr>
            <a:spLocks noGrp="1"/>
          </p:cNvSpPr>
          <p:nvPr>
            <p:ph type="sldNum" sz="quarter" idx="4"/>
          </p:nvPr>
        </p:nvSpPr>
        <p:spPr bwMode="gray">
          <a:xfrm>
            <a:off x="11341456" y="6493063"/>
            <a:ext cx="310544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800">
                <a:solidFill>
                  <a:schemeClr val="tx1">
                    <a:lumMod val="20000"/>
                    <a:lumOff val="80000"/>
                  </a:schemeClr>
                </a:solidFill>
              </a:defRPr>
            </a:lvl1pPr>
          </a:lstStyle>
          <a:p>
            <a:fld id="{02CEFE82-39F2-4F47-8A0C-D5AB3496FA5C}" type="slidenum">
              <a:rPr lang="de-DE" smtClean="0"/>
              <a:t>‹#›</a:t>
            </a:fld>
            <a:endParaRPr lang="de-DE" dirty="0"/>
          </a:p>
        </p:txBody>
      </p:sp>
      <p:cxnSp>
        <p:nvCxnSpPr>
          <p:cNvPr id="9" name="Straight Connector 8"/>
          <p:cNvCxnSpPr/>
          <p:nvPr userDrawn="1"/>
        </p:nvCxnSpPr>
        <p:spPr bwMode="gray">
          <a:xfrm>
            <a:off x="540000" y="1305318"/>
            <a:ext cx="720000" cy="0"/>
          </a:xfrm>
          <a:prstGeom prst="line">
            <a:avLst/>
          </a:prstGeom>
          <a:ln w="38100" cap="rnd" cmpd="sng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r Verbinder 27"/>
          <p:cNvCxnSpPr/>
          <p:nvPr userDrawn="1"/>
        </p:nvCxnSpPr>
        <p:spPr bwMode="gray">
          <a:xfrm>
            <a:off x="540004" y="6426000"/>
            <a:ext cx="11112001" cy="0"/>
          </a:xfrm>
          <a:prstGeom prst="line">
            <a:avLst/>
          </a:prstGeom>
          <a:ln w="12700" cap="rnd" cmpd="sng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Grafik 9"/>
          <p:cNvPicPr>
            <a:picLocks noChangeAspect="1"/>
          </p:cNvPicPr>
          <p:nvPr userDrawn="1"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9088556" y="254652"/>
            <a:ext cx="2741417" cy="718214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  <p:sldLayoutId id="2147483737" r:id="rId3"/>
    <p:sldLayoutId id="2147483738" r:id="rId4"/>
    <p:sldLayoutId id="2147483739" r:id="rId5"/>
    <p:sldLayoutId id="2147483740" r:id="rId6"/>
    <p:sldLayoutId id="2147483741" r:id="rId7"/>
    <p:sldLayoutId id="2147483742" r:id="rId8"/>
    <p:sldLayoutId id="2147483743" r:id="rId9"/>
    <p:sldLayoutId id="2147483744" r:id="rId10"/>
    <p:sldLayoutId id="2147483745" r:id="rId11"/>
    <p:sldLayoutId id="2147483746" r:id="rId12"/>
    <p:sldLayoutId id="2147483747" r:id="rId13"/>
    <p:sldLayoutId id="2147483748" r:id="rId14"/>
    <p:sldLayoutId id="2147483749" r:id="rId15"/>
    <p:sldLayoutId id="2147483750" r:id="rId16"/>
    <p:sldLayoutId id="2147483751" r:id="rId17"/>
    <p:sldLayoutId id="2147483752" r:id="rId18"/>
    <p:sldLayoutId id="2147483753" r:id="rId19"/>
    <p:sldLayoutId id="2147483754" r:id="rId20"/>
    <p:sldLayoutId id="2147483755" r:id="rId21"/>
    <p:sldLayoutId id="2147483756" r:id="rId22"/>
    <p:sldLayoutId id="2147483757" r:id="rId23"/>
    <p:sldLayoutId id="2147483758" r:id="rId24"/>
    <p:sldLayoutId id="2147483759" r:id="rId25"/>
    <p:sldLayoutId id="2147483760" r:id="rId26"/>
    <p:sldLayoutId id="2147483761" r:id="rId27"/>
    <p:sldLayoutId id="2147483762" r:id="rId28"/>
    <p:sldLayoutId id="2147483763" r:id="rId29"/>
    <p:sldLayoutId id="2147483764" r:id="rId30"/>
    <p:sldLayoutId id="2147483765" r:id="rId31"/>
    <p:sldLayoutId id="2147483766" r:id="rId32"/>
    <p:sldLayoutId id="2147483767" r:id="rId33"/>
    <p:sldLayoutId id="2147483768" r:id="rId34"/>
    <p:sldLayoutId id="2147483769" r:id="rId35"/>
    <p:sldLayoutId id="2147483770" r:id="rId36"/>
    <p:sldLayoutId id="2147483771" r:id="rId37"/>
    <p:sldLayoutId id="2147483772" r:id="rId38"/>
    <p:sldLayoutId id="2147483773" r:id="rId39"/>
    <p:sldLayoutId id="2147483774" r:id="rId40"/>
    <p:sldLayoutId id="2147483775" r:id="rId41"/>
    <p:sldLayoutId id="2147483776" r:id="rId4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90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180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225" indent="-269875" algn="l" defTabSz="914400" rtl="0" eaLnBrk="1" latinLnBrk="0" hangingPunct="1">
        <a:lnSpc>
          <a:spcPct val="13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–"/>
        <a:defRPr sz="1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Bildplatzhalter 7"/>
          <p:cNvPicPr>
            <a:picLocks noGrp="1" noChangeAspect="1"/>
          </p:cNvPicPr>
          <p:nvPr>
            <p:ph type="pic" sz="quarter" idx="10"/>
          </p:nvPr>
        </p:nvPicPr>
        <p:blipFill rotWithShape="1">
          <a:blip r:embed="rId2"/>
          <a:srcRect t="30328" b="3386"/>
          <a:stretch>
            <a:fillRect/>
          </a:stretch>
        </p:blipFill>
        <p:spPr bwMode="gray">
          <a:xfrm>
            <a:off x="1" y="1244140"/>
            <a:ext cx="11651467" cy="3307824"/>
          </a:xfrm>
        </p:spPr>
      </p:pic>
      <p:sp>
        <p:nvSpPr>
          <p:cNvPr id="3" name="Textplatzhalter 2"/>
          <p:cNvSpPr>
            <a:spLocks noGrp="1"/>
          </p:cNvSpPr>
          <p:nvPr>
            <p:ph type="body" sz="quarter" idx="13"/>
          </p:nvPr>
        </p:nvSpPr>
        <p:spPr>
          <a:xfrm>
            <a:off x="167308" y="4841153"/>
            <a:ext cx="11112000" cy="857771"/>
          </a:xfrm>
        </p:spPr>
        <p:txBody>
          <a:bodyPr/>
          <a:lstStyle/>
          <a:p>
            <a:r>
              <a:rPr lang="de-DE" b="1" dirty="0"/>
              <a:t>WISE 2025 PRS Project – </a:t>
            </a:r>
            <a:r>
              <a:rPr lang="en-US" dirty="0"/>
              <a:t>Analysis of electric vehicle charging stations</a:t>
            </a:r>
            <a:r>
              <a:rPr lang="de-DE" b="1" dirty="0"/>
              <a:t> -- SAI SURYA ALLA, SATHWIK NAGASUNDARA SHARMA</a:t>
            </a:r>
            <a:endParaRPr lang="de-DE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14"/>
          </p:nvPr>
        </p:nvSpPr>
        <p:spPr>
          <a:xfrm>
            <a:off x="540533" y="6471285"/>
            <a:ext cx="11110939" cy="216000"/>
          </a:xfrm>
        </p:spPr>
        <p:txBody>
          <a:bodyPr/>
          <a:lstStyle/>
          <a:p>
            <a:r>
              <a:rPr lang="de-DE" dirty="0"/>
              <a:t>© 2025 OTH Amberg-Weiden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platzhalter 3"/>
          <p:cNvSpPr>
            <a:spLocks noGrp="1"/>
          </p:cNvSpPr>
          <p:nvPr>
            <p:ph type="body" sz="quarter" idx="14"/>
          </p:nvPr>
        </p:nvSpPr>
        <p:spPr>
          <a:xfrm>
            <a:off x="540533" y="6220043"/>
            <a:ext cx="11110939" cy="216000"/>
          </a:xfrm>
        </p:spPr>
        <p:txBody>
          <a:bodyPr/>
          <a:lstStyle/>
          <a:p>
            <a:r>
              <a:rPr lang="de-DE" dirty="0"/>
              <a:t>© 2025 OTH Amberg-Weiden</a:t>
            </a:r>
          </a:p>
        </p:txBody>
      </p:sp>
      <p:sp>
        <p:nvSpPr>
          <p:cNvPr id="9" name="TextBox 8"/>
          <p:cNvSpPr txBox="1"/>
          <p:nvPr/>
        </p:nvSpPr>
        <p:spPr bwMode="gray">
          <a:xfrm>
            <a:off x="98196" y="1118368"/>
            <a:ext cx="746248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 dirty="0"/>
              <a:t>Analysis of electric vehicle charging stations</a:t>
            </a:r>
            <a:endParaRPr lang="de-DE" sz="5400" dirty="0"/>
          </a:p>
        </p:txBody>
      </p:sp>
      <p:sp>
        <p:nvSpPr>
          <p:cNvPr id="18" name="TextBox 17"/>
          <p:cNvSpPr txBox="1"/>
          <p:nvPr/>
        </p:nvSpPr>
        <p:spPr bwMode="gray">
          <a:xfrm>
            <a:off x="4261063" y="5331022"/>
            <a:ext cx="6128730" cy="120648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Source https://www.gireve.com/wp-content/uploads/2024/06/The-majority-of-truck-charging-stations-are-installed-in-five-countries-.png</a:t>
            </a:r>
          </a:p>
        </p:txBody>
      </p:sp>
      <p:pic>
        <p:nvPicPr>
          <p:cNvPr id="1026" name="Picture 2" descr="Beyond EV Charging #8 - HDV - GIREVE">
            <a:extLst>
              <a:ext uri="{FF2B5EF4-FFF2-40B4-BE49-F238E27FC236}">
                <a16:creationId xmlns:a16="http://schemas.microsoft.com/office/drawing/2014/main" id="{08179D87-20D4-DA19-8016-0FE7BA07073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22" t="7936" b="3961"/>
          <a:stretch>
            <a:fillRect/>
          </a:stretch>
        </p:blipFill>
        <p:spPr bwMode="auto">
          <a:xfrm>
            <a:off x="5725739" y="2295205"/>
            <a:ext cx="5953021" cy="28455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3</a:t>
            </a:fld>
            <a:endParaRPr lang="de-DE" noProof="0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9"/>
          </p:nvPr>
        </p:nvSpPr>
        <p:spPr bwMode="gray"/>
        <p:txBody>
          <a:bodyPr/>
          <a:lstStyle/>
          <a:p>
            <a:pPr algn="just"/>
            <a:r>
              <a:rPr lang="de-DE" dirty="0"/>
              <a:t>1</a:t>
            </a:r>
          </a:p>
        </p:txBody>
      </p:sp>
      <p:sp>
        <p:nvSpPr>
          <p:cNvPr id="9" name="Textplatzhalter 8"/>
          <p:cNvSpPr>
            <a:spLocks noGrp="1"/>
          </p:cNvSpPr>
          <p:nvPr>
            <p:ph type="body" sz="quarter" idx="20"/>
          </p:nvPr>
        </p:nvSpPr>
        <p:spPr bwMode="gray"/>
        <p:txBody>
          <a:bodyPr/>
          <a:lstStyle/>
          <a:p>
            <a:pPr algn="just"/>
            <a:r>
              <a:rPr lang="de-DE" dirty="0"/>
              <a:t>2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21"/>
          </p:nvPr>
        </p:nvSpPr>
        <p:spPr bwMode="gray"/>
        <p:txBody>
          <a:bodyPr/>
          <a:lstStyle/>
          <a:p>
            <a:pPr algn="just"/>
            <a:r>
              <a:rPr lang="de-DE" dirty="0"/>
              <a:t>3</a:t>
            </a:r>
          </a:p>
        </p:txBody>
      </p:sp>
      <p:sp>
        <p:nvSpPr>
          <p:cNvPr id="11" name="Textplatzhalter 10"/>
          <p:cNvSpPr>
            <a:spLocks noGrp="1"/>
          </p:cNvSpPr>
          <p:nvPr>
            <p:ph type="body" sz="quarter" idx="22"/>
          </p:nvPr>
        </p:nvSpPr>
        <p:spPr bwMode="gray">
          <a:xfrm rot="5400000">
            <a:off x="1476886" y="2325597"/>
            <a:ext cx="720000" cy="36000"/>
          </a:xfrm>
          <a:solidFill>
            <a:schemeClr val="accent1"/>
          </a:solidFill>
          <a:ln>
            <a:noFill/>
          </a:ln>
        </p:spPr>
        <p:txBody>
          <a:bodyPr/>
          <a:lstStyle/>
          <a:p>
            <a:pPr algn="just"/>
            <a:endParaRPr lang="de-DE" dirty="0">
              <a:solidFill>
                <a:schemeClr val="accent1"/>
              </a:solidFill>
            </a:endParaRPr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23"/>
          </p:nvPr>
        </p:nvSpPr>
        <p:spPr bwMode="gray"/>
        <p:txBody>
          <a:bodyPr/>
          <a:lstStyle/>
          <a:p>
            <a:pPr algn="just"/>
            <a:r>
              <a:rPr lang="de-DE" dirty="0"/>
              <a:t> </a:t>
            </a:r>
          </a:p>
        </p:txBody>
      </p:sp>
      <p:sp>
        <p:nvSpPr>
          <p:cNvPr id="13" name="Textplatzhalter 12"/>
          <p:cNvSpPr>
            <a:spLocks noGrp="1"/>
          </p:cNvSpPr>
          <p:nvPr>
            <p:ph type="body" sz="quarter" idx="24"/>
          </p:nvPr>
        </p:nvSpPr>
        <p:spPr bwMode="gray">
          <a:solidFill>
            <a:schemeClr val="accent1"/>
          </a:solidFill>
          <a:ln>
            <a:noFill/>
          </a:ln>
        </p:spPr>
        <p:txBody>
          <a:bodyPr/>
          <a:lstStyle/>
          <a:p>
            <a:pPr algn="just"/>
            <a:r>
              <a:rPr lang="de-DE" dirty="0"/>
              <a:t> </a:t>
            </a:r>
          </a:p>
        </p:txBody>
      </p:sp>
      <p:sp>
        <p:nvSpPr>
          <p:cNvPr id="14" name="Textplatzhalter 13"/>
          <p:cNvSpPr>
            <a:spLocks noGrp="1"/>
          </p:cNvSpPr>
          <p:nvPr>
            <p:ph type="body" sz="quarter" idx="25"/>
          </p:nvPr>
        </p:nvSpPr>
        <p:spPr bwMode="gray">
          <a:xfrm>
            <a:off x="2032205" y="1936404"/>
            <a:ext cx="3600000" cy="814387"/>
          </a:xfrm>
        </p:spPr>
        <p:txBody>
          <a:bodyPr/>
          <a:lstStyle/>
          <a:p>
            <a:pPr algn="just"/>
            <a:r>
              <a:rPr lang="en-US" dirty="0"/>
              <a:t>Introduction</a:t>
            </a:r>
            <a:endParaRPr lang="de-DE" b="1" dirty="0"/>
          </a:p>
        </p:txBody>
      </p:sp>
      <p:sp>
        <p:nvSpPr>
          <p:cNvPr id="15" name="Textplatzhalter 14"/>
          <p:cNvSpPr>
            <a:spLocks noGrp="1"/>
          </p:cNvSpPr>
          <p:nvPr>
            <p:ph type="body" sz="quarter" idx="26"/>
          </p:nvPr>
        </p:nvSpPr>
        <p:spPr bwMode="gray"/>
        <p:txBody>
          <a:bodyPr/>
          <a:lstStyle/>
          <a:p>
            <a:pPr algn="just"/>
            <a:r>
              <a:rPr lang="de-DE" dirty="0"/>
              <a:t>Question &amp; Background</a:t>
            </a:r>
            <a:endParaRPr lang="de-DE" b="1" dirty="0"/>
          </a:p>
        </p:txBody>
      </p:sp>
      <p:sp>
        <p:nvSpPr>
          <p:cNvPr id="16" name="Textplatzhalter 15"/>
          <p:cNvSpPr>
            <a:spLocks noGrp="1"/>
          </p:cNvSpPr>
          <p:nvPr>
            <p:ph type="body" sz="quarter" idx="27"/>
          </p:nvPr>
        </p:nvSpPr>
        <p:spPr bwMode="gray"/>
        <p:txBody>
          <a:bodyPr/>
          <a:lstStyle/>
          <a:p>
            <a:pPr algn="just"/>
            <a:endParaRPr lang="en-US" dirty="0">
              <a:sym typeface="+mn-ea"/>
            </a:endParaRPr>
          </a:p>
          <a:p>
            <a:pPr algn="just"/>
            <a:r>
              <a:rPr lang="de-DE" dirty="0"/>
              <a:t>Applied Method</a:t>
            </a:r>
          </a:p>
          <a:p>
            <a:pPr algn="just"/>
            <a:endParaRPr lang="de-DE" dirty="0"/>
          </a:p>
        </p:txBody>
      </p:sp>
      <p:sp>
        <p:nvSpPr>
          <p:cNvPr id="17" name="Textplatzhalter 16"/>
          <p:cNvSpPr>
            <a:spLocks noGrp="1"/>
          </p:cNvSpPr>
          <p:nvPr>
            <p:ph type="body" sz="quarter" idx="28"/>
          </p:nvPr>
        </p:nvSpPr>
        <p:spPr bwMode="gray">
          <a:xfrm>
            <a:off x="6711531" y="1981761"/>
            <a:ext cx="1062039" cy="815313"/>
          </a:xfrm>
        </p:spPr>
        <p:txBody>
          <a:bodyPr/>
          <a:lstStyle/>
          <a:p>
            <a:pPr algn="just"/>
            <a:r>
              <a:rPr lang="de-DE" dirty="0"/>
              <a:t>4</a:t>
            </a:r>
          </a:p>
        </p:txBody>
      </p:sp>
      <p:sp>
        <p:nvSpPr>
          <p:cNvPr id="18" name="Textplatzhalter 17"/>
          <p:cNvSpPr>
            <a:spLocks noGrp="1"/>
          </p:cNvSpPr>
          <p:nvPr>
            <p:ph type="body" sz="quarter" idx="29"/>
          </p:nvPr>
        </p:nvSpPr>
        <p:spPr bwMode="gray">
          <a:xfrm>
            <a:off x="6488646" y="3278903"/>
            <a:ext cx="1062039" cy="815313"/>
          </a:xfrm>
        </p:spPr>
        <p:txBody>
          <a:bodyPr/>
          <a:lstStyle/>
          <a:p>
            <a:pPr algn="just"/>
            <a:r>
              <a:rPr lang="en-US" altLang="de-DE" dirty="0"/>
              <a:t> </a:t>
            </a:r>
            <a:r>
              <a:rPr lang="de-DE" dirty="0"/>
              <a:t>5</a:t>
            </a:r>
          </a:p>
        </p:txBody>
      </p:sp>
      <p:sp>
        <p:nvSpPr>
          <p:cNvPr id="20" name="Textplatzhalter 19"/>
          <p:cNvSpPr>
            <a:spLocks noGrp="1"/>
          </p:cNvSpPr>
          <p:nvPr>
            <p:ph type="body" sz="quarter" idx="31"/>
          </p:nvPr>
        </p:nvSpPr>
        <p:spPr bwMode="gray">
          <a:solidFill>
            <a:schemeClr val="accent1"/>
          </a:solidFill>
          <a:ln>
            <a:noFill/>
          </a:ln>
        </p:spPr>
        <p:txBody>
          <a:bodyPr/>
          <a:lstStyle/>
          <a:p>
            <a:pPr algn="just"/>
            <a:r>
              <a:rPr lang="de-DE" dirty="0"/>
              <a:t> </a:t>
            </a:r>
          </a:p>
        </p:txBody>
      </p:sp>
      <p:sp>
        <p:nvSpPr>
          <p:cNvPr id="23" name="Textplatzhalter 22"/>
          <p:cNvSpPr>
            <a:spLocks noGrp="1"/>
          </p:cNvSpPr>
          <p:nvPr>
            <p:ph type="body" sz="quarter" idx="34"/>
          </p:nvPr>
        </p:nvSpPr>
        <p:spPr bwMode="gray"/>
        <p:txBody>
          <a:bodyPr/>
          <a:lstStyle/>
          <a:p>
            <a:endParaRPr lang="en-US" dirty="0">
              <a:sym typeface="+mn-ea"/>
            </a:endParaRPr>
          </a:p>
          <a:p>
            <a:r>
              <a:rPr lang="de-DE" dirty="0"/>
              <a:t>Results &amp; Findings</a:t>
            </a:r>
          </a:p>
          <a:p>
            <a:endParaRPr lang="de-DE" dirty="0"/>
          </a:p>
        </p:txBody>
      </p:sp>
      <p:sp>
        <p:nvSpPr>
          <p:cNvPr id="24" name="Textplatzhalter 23"/>
          <p:cNvSpPr>
            <a:spLocks noGrp="1"/>
          </p:cNvSpPr>
          <p:nvPr>
            <p:ph type="body" sz="quarter" idx="35"/>
          </p:nvPr>
        </p:nvSpPr>
        <p:spPr bwMode="gray">
          <a:xfrm>
            <a:off x="8056721" y="3299054"/>
            <a:ext cx="3600000" cy="814387"/>
          </a:xfrm>
        </p:spPr>
        <p:txBody>
          <a:bodyPr/>
          <a:lstStyle/>
          <a:p>
            <a:endParaRPr lang="en-US" dirty="0">
              <a:sym typeface="+mn-ea"/>
            </a:endParaRPr>
          </a:p>
          <a:p>
            <a:r>
              <a:rPr lang="en-US" dirty="0">
                <a:sym typeface="+mn-ea"/>
              </a:rPr>
              <a:t>Conclusion </a:t>
            </a:r>
            <a:endParaRPr lang="en-US" dirty="0"/>
          </a:p>
          <a:p>
            <a:endParaRPr lang="en-US" altLang="de-DE" dirty="0"/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3"/>
          </p:nvPr>
        </p:nvSpPr>
        <p:spPr>
          <a:xfrm>
            <a:off x="540000" y="829124"/>
            <a:ext cx="8268720" cy="531701"/>
          </a:xfrm>
        </p:spPr>
        <p:txBody>
          <a:bodyPr/>
          <a:lstStyle/>
          <a:p>
            <a:pPr algn="just"/>
            <a:r>
              <a:rPr lang="en-US" altLang="de-DE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r>
              <a:rPr lang="en-US" altLang="de-DE" sz="3200" b="1" dirty="0">
                <a:latin typeface="Arial" panose="020B0604020202020204" pitchFamily="34" charset="0"/>
                <a:cs typeface="Arial" panose="020B0604020202020204" pitchFamily="34" charset="0"/>
              </a:rPr>
              <a:t> OUTLINE</a:t>
            </a:r>
          </a:p>
        </p:txBody>
      </p:sp>
      <p:sp>
        <p:nvSpPr>
          <p:cNvPr id="2" name="Textfeld 1"/>
          <p:cNvSpPr txBox="1"/>
          <p:nvPr/>
        </p:nvSpPr>
        <p:spPr bwMode="gray">
          <a:xfrm>
            <a:off x="1155032" y="1328287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285750" indent="-285750" algn="just">
              <a:lnSpc>
                <a:spcPct val="90000"/>
              </a:lnSpc>
              <a:spcAft>
                <a:spcPts val="1000"/>
              </a:spcAft>
              <a:buClr>
                <a:schemeClr val="accent1"/>
              </a:buClr>
              <a:buFont typeface="Arial" panose="020B0604020202020204" pitchFamily="34" charset="0"/>
              <a:buChar char="•"/>
            </a:pPr>
            <a:endParaRPr lang="de-DE" dirty="0" err="1"/>
          </a:p>
        </p:txBody>
      </p:sp>
      <p:sp>
        <p:nvSpPr>
          <p:cNvPr id="71" name="Text Placeholder 70"/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pPr algn="just"/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2CEFE82-39F2-4F47-8A0C-D5AB3496FA5C}" type="slidenum">
              <a:rPr lang="de-DE" noProof="0" smtClean="0"/>
              <a:t>4</a:t>
            </a:fld>
            <a:endParaRPr lang="de-DE" noProof="0" dirty="0"/>
          </a:p>
        </p:txBody>
      </p:sp>
      <p:sp>
        <p:nvSpPr>
          <p:cNvPr id="8" name="Titel 2"/>
          <p:cNvSpPr>
            <a:spLocks noGrp="1"/>
          </p:cNvSpPr>
          <p:nvPr>
            <p:ph type="title"/>
          </p:nvPr>
        </p:nvSpPr>
        <p:spPr>
          <a:xfrm>
            <a:off x="540000" y="432000"/>
            <a:ext cx="8268720" cy="360000"/>
          </a:xfrm>
        </p:spPr>
        <p:txBody>
          <a:bodyPr/>
          <a:lstStyle/>
          <a:p>
            <a:r>
              <a:rPr lang="de-DE" sz="3200" dirty="0"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Question and Background</a:t>
            </a:r>
          </a:p>
        </p:txBody>
      </p:sp>
      <p:sp>
        <p:nvSpPr>
          <p:cNvPr id="9" name="Inhaltsplatzhalter 3"/>
          <p:cNvSpPr>
            <a:spLocks noGrp="1"/>
          </p:cNvSpPr>
          <p:nvPr>
            <p:ph sz="quarter" idx="17"/>
          </p:nvPr>
        </p:nvSpPr>
        <p:spPr>
          <a:xfrm>
            <a:off x="549275" y="1517166"/>
            <a:ext cx="11020684" cy="4673563"/>
          </a:xfrm>
        </p:spPr>
        <p:txBody>
          <a:bodyPr/>
          <a:lstStyle/>
          <a:p>
            <a:pPr marL="0" indent="0" algn="just">
              <a:lnSpc>
                <a:spcPct val="100000"/>
              </a:lnSpc>
              <a:buNone/>
            </a:pPr>
            <a:r>
              <a:rPr lang="de-DE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</a:t>
            </a:r>
            <a:r>
              <a:rPr lang="en-US" altLang="en-US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en-US" altLang="en-US" sz="200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How to perform Analysis of electric vehicle charging stations with meaning full visualizations</a:t>
            </a:r>
            <a:r>
              <a:rPr lang="en-US" alt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altLang="en-US" sz="2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lnSpc>
                <a:spcPct val="100000"/>
              </a:lnSpc>
              <a:buNone/>
            </a:pPr>
            <a:r>
              <a:rPr lang="de-DE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Background: </a:t>
            </a:r>
          </a:p>
          <a:p>
            <a:pPr marL="0" indent="0" algn="just">
              <a:lnSpc>
                <a:spcPct val="100000"/>
              </a:lnSpc>
              <a:buNone/>
            </a:pPr>
            <a:r>
              <a:rPr lang="de-DE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We can analyse them by following high to low density of charging stations per region by using framework scikit-learn</a:t>
            </a:r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lnSpc>
                <a:spcPct val="100000"/>
              </a:lnSpc>
              <a:buNone/>
            </a:pPr>
            <a:endParaRPr lang="en-US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Date Placeholder 1"/>
          <p:cNvSpPr>
            <a:spLocks noGrp="1"/>
          </p:cNvSpPr>
          <p:nvPr/>
        </p:nvSpPr>
        <p:spPr>
          <a:xfrm>
            <a:off x="9652403" y="6620063"/>
            <a:ext cx="1765820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en-US"/>
            </a:defPPr>
            <a:lvl1pPr marL="0" algn="r" defTabSz="914400" rtl="0" eaLnBrk="1" latinLnBrk="0" hangingPunct="1">
              <a:defRPr sz="800" kern="1200">
                <a:solidFill>
                  <a:schemeClr val="tx1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noProof="0"/>
              <a:t>3rd December 2024</a:t>
            </a:r>
            <a:endParaRPr lang="de-DE" noProof="0" dirty="0"/>
          </a:p>
        </p:txBody>
      </p:sp>
      <p:sp>
        <p:nvSpPr>
          <p:cNvPr id="13" name="Slide Number Placeholder 6"/>
          <p:cNvSpPr>
            <a:spLocks noGrp="1"/>
          </p:cNvSpPr>
          <p:nvPr/>
        </p:nvSpPr>
        <p:spPr>
          <a:xfrm>
            <a:off x="11468456" y="6620063"/>
            <a:ext cx="310544" cy="28800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en-US"/>
            </a:defPPr>
            <a:lvl1pPr marL="0" algn="r" defTabSz="914400" rtl="0" eaLnBrk="1" latinLnBrk="0" hangingPunct="1">
              <a:defRPr sz="800" kern="1200">
                <a:solidFill>
                  <a:schemeClr val="tx1">
                    <a:lumMod val="20000"/>
                    <a:lumOff val="80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2CEFE82-39F2-4F47-8A0C-D5AB3496FA5C}" type="slidenum">
              <a:rPr lang="de-DE" noProof="0" smtClean="0"/>
              <a:t>4</a:t>
            </a:fld>
            <a:endParaRPr lang="de-DE" noProof="0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/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5</a:t>
            </a:fld>
            <a:endParaRPr lang="de-DE" noProof="0" dirty="0"/>
          </a:p>
        </p:txBody>
      </p:sp>
      <p:sp>
        <p:nvSpPr>
          <p:cNvPr id="7" name="Inhaltsplatzhalter 6"/>
          <p:cNvSpPr>
            <a:spLocks noGrp="1"/>
          </p:cNvSpPr>
          <p:nvPr>
            <p:ph sz="quarter" idx="17"/>
          </p:nvPr>
        </p:nvSpPr>
        <p:spPr bwMode="gray">
          <a:xfrm>
            <a:off x="528310" y="1518210"/>
            <a:ext cx="10612269" cy="4140000"/>
          </a:xfrm>
        </p:spPr>
        <p:txBody>
          <a:bodyPr/>
          <a:lstStyle/>
          <a:p>
            <a:pPr algn="just"/>
            <a:r>
              <a:rPr lang="en-US" sz="20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Already loaded dataset and checked Null or Duplicate.</a:t>
            </a:r>
            <a:endParaRPr lang="en-GB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Calculated number of weather stations in each German state.</a:t>
            </a:r>
            <a:endParaRPr lang="en-GB" sz="20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en-GB" sz="20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Performed calculations for finding maximum and minimum number of charging stations.</a:t>
            </a:r>
          </a:p>
          <a:p>
            <a:pPr algn="just"/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Visualized trends using Bar plot and choropleth map.</a:t>
            </a:r>
            <a:endParaRPr lang="de-DE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 bwMode="gray">
          <a:xfrm>
            <a:off x="540000" y="707972"/>
            <a:ext cx="8268720" cy="360000"/>
          </a:xfrm>
        </p:spPr>
        <p:txBody>
          <a:bodyPr/>
          <a:lstStyle/>
          <a:p>
            <a:r>
              <a:rPr lang="de-DE" altLang="de-DE" sz="32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Applied Method</a:t>
            </a:r>
            <a:r>
              <a:rPr lang="en-US" altLang="de-DE" sz="32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de-DE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2F7FF-8FB5-2D07-110E-63C0FE44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4EF713-847C-9D32-7CDB-B45B338724F7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25403" y="6493063"/>
            <a:ext cx="1765820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/>
              <a:t>3rd December 2024</a:t>
            </a:r>
            <a:endParaRPr lang="de-DE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E8CF102-266A-C93E-A5FE-6A2CD1E0848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40000" y="6493063"/>
            <a:ext cx="7560000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 noProof="0"/>
              <a:t>IC – Intercultural Competences | Aabha Rajeev Tembe &amp; Rinkal Keyul Zadafiya | Amberg | 2-16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FAFBCC0-E879-5563-8D7F-0F78E24A281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2CEFE82-39F2-4F47-8A0C-D5AB3496FA5C}" type="slidenum">
              <a:rPr lang="de-DE" noProof="0" smtClean="0"/>
              <a:pPr>
                <a:spcAft>
                  <a:spcPts val="600"/>
                </a:spcAft>
              </a:pPr>
              <a:t>6</a:t>
            </a:fld>
            <a:endParaRPr lang="de-DE" noProof="0"/>
          </a:p>
        </p:txBody>
      </p:sp>
      <p:pic>
        <p:nvPicPr>
          <p:cNvPr id="5" name="Picture 4" descr="A graph showing the amount of electricity in different colors&#10;&#10;AI-generated content may be incorrect.">
            <a:extLst>
              <a:ext uri="{FF2B5EF4-FFF2-40B4-BE49-F238E27FC236}">
                <a16:creationId xmlns:a16="http://schemas.microsoft.com/office/drawing/2014/main" id="{FD2E9022-F209-52E9-D110-1EE7DB6EB11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0236" r="12850"/>
          <a:stretch>
            <a:fillRect/>
          </a:stretch>
        </p:blipFill>
        <p:spPr>
          <a:xfrm>
            <a:off x="540004" y="1728000"/>
            <a:ext cx="7320001" cy="4140000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</p:pic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A6A1FBD-BDB4-90BA-BA69-4CFCC90A7074}"/>
              </a:ext>
            </a:extLst>
          </p:cNvPr>
          <p:cNvSpPr>
            <a:spLocks noGrp="1"/>
          </p:cNvSpPr>
          <p:nvPr>
            <p:ph sz="quarter" idx="18"/>
          </p:nvPr>
        </p:nvSpPr>
        <p:spPr bwMode="gray">
          <a:xfrm>
            <a:off x="8124000" y="1728000"/>
            <a:ext cx="3528000" cy="4140000"/>
          </a:xfrm>
        </p:spPr>
        <p:txBody>
          <a:bodyPr wrap="square">
            <a:noAutofit/>
          </a:bodyPr>
          <a:lstStyle/>
          <a:p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Bar plot tells us leads in Bavarian region for charging stations more than 20,000 highest among all German States.</a:t>
            </a:r>
          </a:p>
          <a:p>
            <a:r>
              <a:rPr lang="en-GB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Lowest counts are found in Bremen approx. 700 and Saarland about 900 approx.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C29CE877-0386-C0F6-EAFB-B85A94BD74F6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40000" y="432000"/>
            <a:ext cx="8268720" cy="360000"/>
          </a:xfrm>
        </p:spPr>
        <p:txBody>
          <a:bodyPr anchor="t">
            <a:normAutofit/>
          </a:bodyPr>
          <a:lstStyle/>
          <a:p>
            <a:r>
              <a:rPr lang="de-DE" sz="2600"/>
              <a:t>Result and Findings</a:t>
            </a:r>
          </a:p>
        </p:txBody>
      </p:sp>
    </p:spTree>
    <p:extLst>
      <p:ext uri="{BB962C8B-B14F-4D97-AF65-F5344CB8AC3E}">
        <p14:creationId xmlns:p14="http://schemas.microsoft.com/office/powerpoint/2010/main" val="18663872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946AA0-0032-5BB1-5CD1-D5A5D7E5C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47D6DCCC-6ACE-7076-F1F1-00C57B8D02E1}"/>
              </a:ext>
            </a:extLst>
          </p:cNvPr>
          <p:cNvSpPr>
            <a:spLocks noGrp="1"/>
          </p:cNvSpPr>
          <p:nvPr>
            <p:ph sz="quarter" idx="17"/>
          </p:nvPr>
        </p:nvSpPr>
        <p:spPr bwMode="gray">
          <a:xfrm>
            <a:off x="540000" y="1728000"/>
            <a:ext cx="5400000" cy="4140000"/>
          </a:xfrm>
        </p:spPr>
        <p:txBody>
          <a:bodyPr wrap="square">
            <a:normAutofit/>
          </a:bodyPr>
          <a:lstStyle/>
          <a:p>
            <a:r>
              <a:rPr lang="de-DE"/>
              <a:t>This Choropleth map suggests us about charging stations in Germany in terms of density.</a:t>
            </a:r>
          </a:p>
          <a:p>
            <a:r>
              <a:rPr lang="de-DE"/>
              <a:t>We are excluding the bigger cities Berlin, Hamburg, Munchen, Koln, Cologne.</a:t>
            </a:r>
          </a:p>
          <a:p>
            <a:r>
              <a:rPr lang="de-DE"/>
              <a:t>Finding top city with most charging stations and getting the calculated values.</a:t>
            </a:r>
          </a:p>
        </p:txBody>
      </p:sp>
      <p:pic>
        <p:nvPicPr>
          <p:cNvPr id="8" name="Picture 7" descr="A map of germany with different colored states&#10;&#10;AI-generated content may be incorrect.">
            <a:extLst>
              <a:ext uri="{FF2B5EF4-FFF2-40B4-BE49-F238E27FC236}">
                <a16:creationId xmlns:a16="http://schemas.microsoft.com/office/drawing/2014/main" id="{A07ED12F-6DED-EBF1-43CF-EBFE80F6596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86" r="-3" b="-3"/>
          <a:stretch>
            <a:fillRect/>
          </a:stretch>
        </p:blipFill>
        <p:spPr>
          <a:xfrm>
            <a:off x="6252000" y="1728000"/>
            <a:ext cx="5400000" cy="4158481"/>
          </a:xfrm>
          <a:custGeom>
            <a:avLst/>
            <a:gdLst>
              <a:gd name="connsiteX0" fmla="*/ 0 w 11520000"/>
              <a:gd name="connsiteY0" fmla="*/ 0 h 4298400"/>
              <a:gd name="connsiteX1" fmla="*/ 11520000 w 11520000"/>
              <a:gd name="connsiteY1" fmla="*/ 0 h 4298400"/>
              <a:gd name="connsiteX2" fmla="*/ 11520000 w 11520000"/>
              <a:gd name="connsiteY2" fmla="*/ 4298400 h 4298400"/>
              <a:gd name="connsiteX3" fmla="*/ 0 w 11520000"/>
              <a:gd name="connsiteY3" fmla="*/ 4298400 h 4298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1520000" h="4298400">
                <a:moveTo>
                  <a:pt x="0" y="0"/>
                </a:moveTo>
                <a:lnTo>
                  <a:pt x="11520000" y="0"/>
                </a:lnTo>
                <a:lnTo>
                  <a:pt x="11520000" y="4298400"/>
                </a:lnTo>
                <a:lnTo>
                  <a:pt x="0" y="4298400"/>
                </a:lnTo>
                <a:close/>
              </a:path>
            </a:pathLst>
          </a:custGeom>
          <a:noFill/>
        </p:spPr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3AA13DA9-979B-3085-7C8A-A03A9832D44B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40000" y="432000"/>
            <a:ext cx="8268720" cy="360000"/>
          </a:xfrm>
        </p:spPr>
        <p:txBody>
          <a:bodyPr anchor="t">
            <a:normAutofit/>
          </a:bodyPr>
          <a:lstStyle/>
          <a:p>
            <a:r>
              <a:rPr lang="de-DE" sz="2600"/>
              <a:t>Result and Findings</a:t>
            </a:r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59383DC-A05E-B2E0-10C1-353CB9F455F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25403" y="6493063"/>
            <a:ext cx="1765820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/>
              <a:t>3rd December 2024</a:t>
            </a:r>
            <a:endParaRPr lang="de-DE" noProof="0"/>
          </a:p>
        </p:txBody>
      </p:sp>
      <p:sp>
        <p:nvSpPr>
          <p:cNvPr id="15" name="Footer Placeholder 6">
            <a:extLst>
              <a:ext uri="{FF2B5EF4-FFF2-40B4-BE49-F238E27FC236}">
                <a16:creationId xmlns:a16="http://schemas.microsoft.com/office/drawing/2014/main" id="{6014DA45-0CE6-7301-FECA-1F30662F1B3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40000" y="6493063"/>
            <a:ext cx="7560000" cy="288000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de-DE" noProof="0"/>
              <a:t>IC – Intercultural Competences | Aabha Rajeev Tembe &amp; Rinkal Keyul Zadafiya | Amberg | 2-16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CAFC27E-77E7-E455-383D-2C52A3D64D1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2CEFE82-39F2-4F47-8A0C-D5AB3496FA5C}" type="slidenum">
              <a:rPr lang="de-DE" noProof="0" smtClean="0"/>
              <a:pPr>
                <a:spcAft>
                  <a:spcPts val="600"/>
                </a:spcAft>
              </a:pPr>
              <a:t>7</a:t>
            </a:fld>
            <a:endParaRPr lang="de-DE" noProof="0"/>
          </a:p>
        </p:txBody>
      </p:sp>
    </p:spTree>
    <p:extLst>
      <p:ext uri="{BB962C8B-B14F-4D97-AF65-F5344CB8AC3E}">
        <p14:creationId xmlns:p14="http://schemas.microsoft.com/office/powerpoint/2010/main" val="34812397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73346-019C-CAAF-6473-D9F8BF1ED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030AE45-4991-14AD-F804-CBD8C3A5F568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525403" y="6493063"/>
            <a:ext cx="1765820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noProof="0"/>
              <a:t>3rd December 2024</a:t>
            </a:r>
            <a:endParaRPr lang="de-DE" noProof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6B27613-6303-89BE-B72F-C711B87792E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40000" y="6493063"/>
            <a:ext cx="7560000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de-DE" noProof="0"/>
              <a:t>IC – Intercultural Competences | Aabha Rajeev Tembe &amp; Rinkal Keyul Zadafiya | Amberg | 2-16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FFE5DE4-D3E6-D554-F848-1E0A2819D03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>
          <a:xfrm>
            <a:off x="11341456" y="6493063"/>
            <a:ext cx="310544" cy="288000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02CEFE82-39F2-4F47-8A0C-D5AB3496FA5C}" type="slidenum">
              <a:rPr lang="de-DE" noProof="0" smtClean="0"/>
              <a:pPr>
                <a:spcAft>
                  <a:spcPts val="600"/>
                </a:spcAft>
              </a:pPr>
              <a:t>8</a:t>
            </a:fld>
            <a:endParaRPr lang="de-DE" noProof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0627DBDC-A94E-2385-F1A0-B1C503AE48F1}"/>
              </a:ext>
            </a:extLst>
          </p:cNvPr>
          <p:cNvSpPr>
            <a:spLocks noGrp="1"/>
          </p:cNvSpPr>
          <p:nvPr>
            <p:ph sz="quarter" idx="18"/>
          </p:nvPr>
        </p:nvSpPr>
        <p:spPr bwMode="gray">
          <a:xfrm>
            <a:off x="8124000" y="1728000"/>
            <a:ext cx="3528000" cy="4140000"/>
          </a:xfrm>
        </p:spPr>
        <p:txBody>
          <a:bodyPr wrap="square">
            <a:normAutofit/>
          </a:bodyPr>
          <a:lstStyle/>
          <a:p>
            <a:r>
              <a:rPr lang="en-GB" dirty="0"/>
              <a:t>The Bar plot displays the information about top 5 charging station operators in Germany.</a:t>
            </a:r>
          </a:p>
          <a:p>
            <a:r>
              <a:rPr lang="en-GB" dirty="0"/>
              <a:t>The Bar plot is divided into operators and total number of charging points available.</a:t>
            </a:r>
          </a:p>
          <a:p>
            <a:r>
              <a:rPr lang="en-GB" dirty="0"/>
              <a:t>Highest vehicles charged at a time can be found in EnBW mobility about 9797 vehicles.</a:t>
            </a:r>
          </a:p>
          <a:p>
            <a:endParaRPr lang="en-GB" dirty="0"/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59A15251-4197-FADF-BF5A-B1104847BC2A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40000" y="432000"/>
            <a:ext cx="8268720" cy="360000"/>
          </a:xfrm>
        </p:spPr>
        <p:txBody>
          <a:bodyPr anchor="t">
            <a:normAutofit/>
          </a:bodyPr>
          <a:lstStyle/>
          <a:p>
            <a:r>
              <a:rPr lang="de-DE" sz="2600"/>
              <a:t>Result and Findings</a:t>
            </a:r>
          </a:p>
        </p:txBody>
      </p:sp>
      <p:pic>
        <p:nvPicPr>
          <p:cNvPr id="9" name="Picture 8" descr="A graph with different colored bars&#10;&#10;AI-generated content may be incorrect.">
            <a:extLst>
              <a:ext uri="{FF2B5EF4-FFF2-40B4-BE49-F238E27FC236}">
                <a16:creationId xmlns:a16="http://schemas.microsoft.com/office/drawing/2014/main" id="{796B4E80-48F7-A4E4-E060-F8526CE48D3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287" b="-1"/>
          <a:stretch>
            <a:fillRect/>
          </a:stretch>
        </p:blipFill>
        <p:spPr>
          <a:xfrm>
            <a:off x="257469" y="1809135"/>
            <a:ext cx="6634944" cy="379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91058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953DDC-B4F7-6B03-1293-DC5B6F6F2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3661CEB-ED13-9065-345E-BE4E3C694C9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 bwMode="gray"/>
        <p:txBody>
          <a:bodyPr/>
          <a:lstStyle/>
          <a:p>
            <a:fld id="{02CEFE82-39F2-4F47-8A0C-D5AB3496FA5C}" type="slidenum">
              <a:rPr lang="de-DE" noProof="0" smtClean="0"/>
              <a:t>9</a:t>
            </a:fld>
            <a:endParaRPr lang="de-DE" noProof="0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222AFA79-78E7-884F-9168-304F3CECF7D5}"/>
              </a:ext>
            </a:extLst>
          </p:cNvPr>
          <p:cNvSpPr>
            <a:spLocks noGrp="1"/>
          </p:cNvSpPr>
          <p:nvPr>
            <p:ph sz="quarter" idx="17"/>
          </p:nvPr>
        </p:nvSpPr>
        <p:spPr bwMode="gray">
          <a:xfrm>
            <a:off x="528310" y="1518210"/>
            <a:ext cx="10612269" cy="4140000"/>
          </a:xfrm>
        </p:spPr>
        <p:txBody>
          <a:bodyPr/>
          <a:lstStyle/>
          <a:p>
            <a:pPr algn="just"/>
            <a:r>
              <a:rPr lang="de-DE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Finding</a:t>
            </a:r>
            <a:r>
              <a:rPr lang="de-DE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</a:p>
          <a:p>
            <a:pPr algn="just"/>
            <a:r>
              <a:rPr lang="en-GB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State with most charging stations is </a:t>
            </a:r>
            <a:r>
              <a:rPr lang="en-GB" sz="2800" dirty="0" err="1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Bayeren</a:t>
            </a:r>
            <a:r>
              <a:rPr lang="en-GB" sz="28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with 19650 stations and state with least charging stations is Bremen which contains 687 stations.</a:t>
            </a:r>
            <a:endParaRPr lang="en-GB" sz="28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algn="just"/>
            <a:r>
              <a:rPr lang="de-DE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Conclusion:</a:t>
            </a: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indent="0" algn="just">
              <a:buNone/>
            </a:pPr>
            <a:r>
              <a:rPr lang="en-GB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City with most charging stations excluding Berlin, Hamburg, Munich, cologne is Stuttgart with 2116 stations.</a:t>
            </a:r>
            <a:endParaRPr lang="de-DE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6F401C1B-177B-DDCC-978D-9DF7043C95B8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40000" y="707972"/>
            <a:ext cx="8268720" cy="360000"/>
          </a:xfrm>
        </p:spPr>
        <p:txBody>
          <a:bodyPr/>
          <a:lstStyle/>
          <a:p>
            <a:r>
              <a:rPr lang="de-DE" dirty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Result and Findings</a:t>
            </a:r>
            <a:endParaRPr lang="de-DE" dirty="0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CDE464-325D-5C76-C832-AEEAEAA1DFED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r>
              <a:rPr lang="en-US" noProof="0"/>
              <a:t>3rd December 2024</a:t>
            </a:r>
            <a:endParaRPr lang="de-DE" noProof="0" dirty="0"/>
          </a:p>
        </p:txBody>
      </p:sp>
    </p:spTree>
    <p:extLst>
      <p:ext uri="{BB962C8B-B14F-4D97-AF65-F5344CB8AC3E}">
        <p14:creationId xmlns:p14="http://schemas.microsoft.com/office/powerpoint/2010/main" val="11061039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TH">
  <a:themeElements>
    <a:clrScheme name="Benutzerdefiniert 14">
      <a:dk1>
        <a:srgbClr val="53545A"/>
      </a:dk1>
      <a:lt1>
        <a:srgbClr val="FFFFFF"/>
      </a:lt1>
      <a:dk2>
        <a:srgbClr val="535559"/>
      </a:dk2>
      <a:lt2>
        <a:srgbClr val="FFFFFF"/>
      </a:lt2>
      <a:accent1>
        <a:srgbClr val="ED7000"/>
      </a:accent1>
      <a:accent2>
        <a:srgbClr val="525558"/>
      </a:accent2>
      <a:accent3>
        <a:srgbClr val="1EB0CB"/>
      </a:accent3>
      <a:accent4>
        <a:srgbClr val="6B347F"/>
      </a:accent4>
      <a:accent5>
        <a:srgbClr val="00679F"/>
      </a:accent5>
      <a:accent6>
        <a:srgbClr val="45B179"/>
      </a:accent6>
      <a:hlink>
        <a:srgbClr val="525558"/>
      </a:hlink>
      <a:folHlink>
        <a:srgbClr val="FA7C18"/>
      </a:folHlink>
    </a:clrScheme>
    <a:fontScheme name="OTH">
      <a:majorFont>
        <a:latin typeface="Meta OT"/>
        <a:ea typeface=""/>
        <a:cs typeface=""/>
      </a:majorFont>
      <a:minorFont>
        <a:latin typeface="Meta O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lIns="36000" tIns="36000" rIns="36000" bIns="36000" rtlCol="0" anchor="ctr"/>
      <a:lstStyle>
        <a:defPPr algn="ctr">
          <a:lnSpc>
            <a:spcPct val="90000"/>
          </a:lnSpc>
          <a:spcAft>
            <a:spcPts val="1000"/>
          </a:spcAft>
          <a:defRPr sz="1400" dirty="0" err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12700" cap="rnd" cmpd="sng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85750" indent="-285750" algn="l">
          <a:lnSpc>
            <a:spcPct val="90000"/>
          </a:lnSpc>
          <a:spcAft>
            <a:spcPts val="1000"/>
          </a:spcAft>
          <a:buClr>
            <a:schemeClr val="accent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TH">
  <a:themeElements>
    <a:clrScheme name="Benutzerdefiniert 14">
      <a:dk1>
        <a:srgbClr val="53545A"/>
      </a:dk1>
      <a:lt1>
        <a:srgbClr val="FFFFFF"/>
      </a:lt1>
      <a:dk2>
        <a:srgbClr val="535559"/>
      </a:dk2>
      <a:lt2>
        <a:srgbClr val="FFFFFF"/>
      </a:lt2>
      <a:accent1>
        <a:srgbClr val="ED7000"/>
      </a:accent1>
      <a:accent2>
        <a:srgbClr val="525558"/>
      </a:accent2>
      <a:accent3>
        <a:srgbClr val="1EB0CB"/>
      </a:accent3>
      <a:accent4>
        <a:srgbClr val="6B347F"/>
      </a:accent4>
      <a:accent5>
        <a:srgbClr val="00679F"/>
      </a:accent5>
      <a:accent6>
        <a:srgbClr val="45B179"/>
      </a:accent6>
      <a:hlink>
        <a:srgbClr val="525558"/>
      </a:hlink>
      <a:folHlink>
        <a:srgbClr val="FA7C18"/>
      </a:folHlink>
    </a:clrScheme>
    <a:fontScheme name="OTH">
      <a:majorFont>
        <a:latin typeface="Meta OT"/>
        <a:ea typeface=""/>
        <a:cs typeface=""/>
      </a:majorFont>
      <a:minorFont>
        <a:latin typeface="Meta O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lIns="36000" tIns="36000" rIns="36000" bIns="36000" rtlCol="0" anchor="ctr"/>
      <a:lstStyle>
        <a:defPPr algn="ctr">
          <a:lnSpc>
            <a:spcPct val="90000"/>
          </a:lnSpc>
          <a:spcAft>
            <a:spcPts val="1000"/>
          </a:spcAft>
          <a:defRPr sz="1400" dirty="0" err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12700" cap="rnd" cmpd="sng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85750" indent="-285750" algn="l">
          <a:lnSpc>
            <a:spcPct val="90000"/>
          </a:lnSpc>
          <a:spcAft>
            <a:spcPts val="1000"/>
          </a:spcAft>
          <a:buClr>
            <a:schemeClr val="accent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OTH">
  <a:themeElements>
    <a:clrScheme name="Benutzerdefiniert 14">
      <a:dk1>
        <a:srgbClr val="53545A"/>
      </a:dk1>
      <a:lt1>
        <a:srgbClr val="FFFFFF"/>
      </a:lt1>
      <a:dk2>
        <a:srgbClr val="535559"/>
      </a:dk2>
      <a:lt2>
        <a:srgbClr val="FFFFFF"/>
      </a:lt2>
      <a:accent1>
        <a:srgbClr val="ED7000"/>
      </a:accent1>
      <a:accent2>
        <a:srgbClr val="525558"/>
      </a:accent2>
      <a:accent3>
        <a:srgbClr val="1EB0CB"/>
      </a:accent3>
      <a:accent4>
        <a:srgbClr val="6B347F"/>
      </a:accent4>
      <a:accent5>
        <a:srgbClr val="00679F"/>
      </a:accent5>
      <a:accent6>
        <a:srgbClr val="45B179"/>
      </a:accent6>
      <a:hlink>
        <a:srgbClr val="525558"/>
      </a:hlink>
      <a:folHlink>
        <a:srgbClr val="FA7C18"/>
      </a:folHlink>
    </a:clrScheme>
    <a:fontScheme name="OTH">
      <a:majorFont>
        <a:latin typeface="Meta OT"/>
        <a:ea typeface=""/>
        <a:cs typeface=""/>
      </a:majorFont>
      <a:minorFont>
        <a:latin typeface="Meta O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ln>
          <a:noFill/>
        </a:ln>
      </a:spPr>
      <a:bodyPr lIns="36000" tIns="36000" rIns="36000" bIns="36000" rtlCol="0" anchor="ctr"/>
      <a:lstStyle>
        <a:defPPr algn="ctr">
          <a:lnSpc>
            <a:spcPct val="90000"/>
          </a:lnSpc>
          <a:spcAft>
            <a:spcPts val="1000"/>
          </a:spcAft>
          <a:defRPr sz="1400" dirty="0" err="1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12700" cap="rnd" cmpd="sng">
          <a:solidFill>
            <a:schemeClr val="bg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285750" indent="-285750" algn="l">
          <a:lnSpc>
            <a:spcPct val="90000"/>
          </a:lnSpc>
          <a:spcAft>
            <a:spcPts val="1000"/>
          </a:spcAft>
          <a:buClr>
            <a:schemeClr val="accent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Larissa">
  <a:themeElements>
    <a:clrScheme name="OTH">
      <a:dk1>
        <a:srgbClr val="000000"/>
      </a:dk1>
      <a:lt1>
        <a:srgbClr val="FFFFFF"/>
      </a:lt1>
      <a:dk2>
        <a:srgbClr val="000000"/>
      </a:dk2>
      <a:lt2>
        <a:srgbClr val="B0A79D"/>
      </a:lt2>
      <a:accent1>
        <a:srgbClr val="F19400"/>
      </a:accent1>
      <a:accent2>
        <a:srgbClr val="7FA8B6"/>
      </a:accent2>
      <a:accent3>
        <a:srgbClr val="A24885"/>
      </a:accent3>
      <a:accent4>
        <a:srgbClr val="78A26E"/>
      </a:accent4>
      <a:accent5>
        <a:srgbClr val="CBC4BE"/>
      </a:accent5>
      <a:accent6>
        <a:srgbClr val="F8BB6B"/>
      </a:accent6>
      <a:hlink>
        <a:srgbClr val="8A8079"/>
      </a:hlink>
      <a:folHlink>
        <a:srgbClr val="F29400"/>
      </a:folHlink>
    </a:clrScheme>
    <a:fontScheme name="OTH">
      <a:majorFont>
        <a:latin typeface="Meta OT"/>
        <a:ea typeface=""/>
        <a:cs typeface=""/>
      </a:majorFont>
      <a:minorFont>
        <a:latin typeface="Meta OT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TH">
      <a:dk1>
        <a:srgbClr val="000000"/>
      </a:dk1>
      <a:lt1>
        <a:srgbClr val="FFFFFF"/>
      </a:lt1>
      <a:dk2>
        <a:srgbClr val="000000"/>
      </a:dk2>
      <a:lt2>
        <a:srgbClr val="B0A79D"/>
      </a:lt2>
      <a:accent1>
        <a:srgbClr val="F19400"/>
      </a:accent1>
      <a:accent2>
        <a:srgbClr val="7FA8B6"/>
      </a:accent2>
      <a:accent3>
        <a:srgbClr val="A24885"/>
      </a:accent3>
      <a:accent4>
        <a:srgbClr val="78A26E"/>
      </a:accent4>
      <a:accent5>
        <a:srgbClr val="CBC4BE"/>
      </a:accent5>
      <a:accent6>
        <a:srgbClr val="F8BB6B"/>
      </a:accent6>
      <a:hlink>
        <a:srgbClr val="8A8079"/>
      </a:hlink>
      <a:folHlink>
        <a:srgbClr val="F29400"/>
      </a:folHlink>
    </a:clrScheme>
    <a:fontScheme name="OTH">
      <a:majorFont>
        <a:latin typeface="Meta OT"/>
        <a:ea typeface=""/>
        <a:cs typeface=""/>
      </a:majorFont>
      <a:minorFont>
        <a:latin typeface="Meta O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1280</TotalTime>
  <Words>419</Words>
  <Application>Microsoft Office PowerPoint</Application>
  <PresentationFormat>Widescreen</PresentationFormat>
  <Paragraphs>68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Times New Roman</vt:lpstr>
      <vt:lpstr>Meta OT</vt:lpstr>
      <vt:lpstr>Arial</vt:lpstr>
      <vt:lpstr>OTH</vt:lpstr>
      <vt:lpstr>1_OTH</vt:lpstr>
      <vt:lpstr>2_OTH</vt:lpstr>
      <vt:lpstr>PowerPoint Presentation</vt:lpstr>
      <vt:lpstr>PowerPoint Presentation</vt:lpstr>
      <vt:lpstr>PowerPoint Presentation</vt:lpstr>
      <vt:lpstr>Question and Background</vt:lpstr>
      <vt:lpstr>Applied Method  </vt:lpstr>
      <vt:lpstr>Result and Findings</vt:lpstr>
      <vt:lpstr>Result and Findings</vt:lpstr>
      <vt:lpstr>Result and Findings</vt:lpstr>
      <vt:lpstr>Result and Findings</vt:lpstr>
    </vt:vector>
  </TitlesOfParts>
  <Company>Ostbayerische Technische Hochschule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OTH Master</dc:title>
  <dc:creator>PresentationLoad</dc:creator>
  <cp:lastModifiedBy>Alla  Sai Surya</cp:lastModifiedBy>
  <cp:revision>1947</cp:revision>
  <dcterms:created xsi:type="dcterms:W3CDTF">2015-11-26T10:37:00Z</dcterms:created>
  <dcterms:modified xsi:type="dcterms:W3CDTF">2025-12-21T11:49:35Z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B519EEA85626415D929865B29D062631_12</vt:lpwstr>
  </property>
  <property fmtid="{D5CDD505-2E9C-101B-9397-08002B2CF9AE}" pid="3" name="KSOProductBuildVer">
    <vt:lpwstr>1033-12.2.0.18911</vt:lpwstr>
  </property>
</Properties>
</file>