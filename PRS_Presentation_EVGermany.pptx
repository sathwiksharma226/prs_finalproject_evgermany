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 id="2147483691" r:id="rId2"/>
    <p:sldMasterId id="2147483734" r:id="rId3"/>
  </p:sldMasterIdLst>
  <p:notesMasterIdLst>
    <p:notesMasterId r:id="rId15"/>
  </p:notesMasterIdLst>
  <p:handoutMasterIdLst>
    <p:handoutMasterId r:id="rId16"/>
  </p:handoutMasterIdLst>
  <p:sldIdLst>
    <p:sldId id="337" r:id="rId4"/>
    <p:sldId id="258" r:id="rId5"/>
    <p:sldId id="366" r:id="rId6"/>
    <p:sldId id="374" r:id="rId7"/>
    <p:sldId id="381" r:id="rId8"/>
    <p:sldId id="382" r:id="rId9"/>
    <p:sldId id="386" r:id="rId10"/>
    <p:sldId id="387" r:id="rId11"/>
    <p:sldId id="385" r:id="rId12"/>
    <p:sldId id="380" r:id="rId13"/>
    <p:sldId id="38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äsentation" id="{D4FCB3B3-2F76-4BB5-8E9E-FB1C246458FA}">
          <p14:sldIdLst>
            <p14:sldId id="337"/>
            <p14:sldId id="258"/>
            <p14:sldId id="366"/>
            <p14:sldId id="374"/>
            <p14:sldId id="381"/>
            <p14:sldId id="382"/>
            <p14:sldId id="386"/>
            <p14:sldId id="387"/>
            <p14:sldId id="385"/>
            <p14:sldId id="380"/>
            <p14:sldId id="388"/>
          </p14:sldIdLst>
        </p14:section>
        <p14:section name="Anhang" id="{4EDE7FD7-A736-42AD-9FCA-E9C2F811943E}">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964">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a:srgbClr val="262626"/>
    <a:srgbClr val="F3F1EF"/>
    <a:srgbClr val="45B1CB"/>
    <a:srgbClr val="2D899F"/>
    <a:srgbClr val="1F74AD"/>
    <a:srgbClr val="144D73"/>
    <a:srgbClr val="2C3E50"/>
    <a:srgbClr val="212E3C"/>
    <a:srgbClr val="1E5B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96" autoAdjust="0"/>
  </p:normalViewPr>
  <p:slideViewPr>
    <p:cSldViewPr snapToGrid="0" snapToObjects="1">
      <p:cViewPr varScale="1">
        <p:scale>
          <a:sx n="117" d="100"/>
          <a:sy n="117" d="100"/>
        </p:scale>
        <p:origin x="294" y="102"/>
      </p:cViewPr>
      <p:guideLst/>
    </p:cSldViewPr>
  </p:slideViewPr>
  <p:outlineViewPr>
    <p:cViewPr>
      <p:scale>
        <a:sx n="33" d="100"/>
        <a:sy n="33" d="100"/>
      </p:scale>
      <p:origin x="0" y="-219618"/>
    </p:cViewPr>
  </p:outlineViewPr>
  <p:notesTextViewPr>
    <p:cViewPr>
      <p:scale>
        <a:sx n="3" d="2"/>
        <a:sy n="3" d="2"/>
      </p:scale>
      <p:origin x="0" y="0"/>
    </p:cViewPr>
  </p:notesTextViewPr>
  <p:sorterViewPr>
    <p:cViewPr>
      <p:scale>
        <a:sx n="1" d="1"/>
        <a:sy n="1" d="1"/>
      </p:scale>
      <p:origin x="0" y="-16188"/>
    </p:cViewPr>
  </p:sorterViewPr>
  <p:notesViewPr>
    <p:cSldViewPr snapToGrid="0" snapToObjects="1" showGuides="1">
      <p:cViewPr varScale="1">
        <p:scale>
          <a:sx n="78" d="100"/>
          <a:sy n="78" d="100"/>
        </p:scale>
        <p:origin x="3108" y="84"/>
      </p:cViewPr>
      <p:guideLst>
        <p:guide orient="horz" pos="2964"/>
        <p:guide pos="2160"/>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ußzeile"/>
          <p:cNvSpPr>
            <a:spLocks noGrp="1"/>
          </p:cNvSpPr>
          <p:nvPr>
            <p:ph type="ftr" sz="quarter" idx="2"/>
          </p:nvPr>
        </p:nvSpPr>
        <p:spPr bwMode="gray">
          <a:xfrm>
            <a:off x="0" y="8604000"/>
            <a:ext cx="5040000" cy="540000"/>
          </a:xfrm>
          <a:prstGeom prst="rect">
            <a:avLst/>
          </a:prstGeom>
        </p:spPr>
        <p:txBody>
          <a:bodyPr vert="horz" lIns="360000" tIns="0" rIns="0" bIns="180000" rtlCol="0" anchor="b"/>
          <a:lstStyle>
            <a:lvl1pPr algn="l">
              <a:defRPr sz="1200"/>
            </a:lvl1pPr>
          </a:lstStyle>
          <a:p>
            <a:endParaRPr lang="de-DE" dirty="0"/>
          </a:p>
        </p:txBody>
      </p:sp>
      <p:sp>
        <p:nvSpPr>
          <p:cNvPr id="5" name="Foliennummer"/>
          <p:cNvSpPr>
            <a:spLocks noGrp="1"/>
          </p:cNvSpPr>
          <p:nvPr>
            <p:ph type="sldNum" sz="quarter" idx="3"/>
          </p:nvPr>
        </p:nvSpPr>
        <p:spPr bwMode="gray">
          <a:xfrm>
            <a:off x="5418000" y="8604000"/>
            <a:ext cx="1440000" cy="540000"/>
          </a:xfrm>
          <a:prstGeom prst="rect">
            <a:avLst/>
          </a:prstGeom>
        </p:spPr>
        <p:txBody>
          <a:bodyPr vert="horz" lIns="0" tIns="0" rIns="360000" bIns="180000" rtlCol="0" anchor="b"/>
          <a:lstStyle>
            <a:lvl1pPr algn="r">
              <a:defRPr sz="1200"/>
            </a:lvl1pPr>
          </a:lstStyle>
          <a:p>
            <a:fld id="{CD9C266D-9BF6-45DD-93F4-23D3D4380AFF}" type="slidenum">
              <a:rPr lang="de-DE" smtClean="0"/>
              <a:t>‹#›</a:t>
            </a:fld>
            <a:endParaRPr lang="de-DE"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
          <p:cNvSpPr>
            <a:spLocks noGrp="1" noRot="1" noChangeAspect="1"/>
          </p:cNvSpPr>
          <p:nvPr>
            <p:ph type="sldImg" idx="2"/>
          </p:nvPr>
        </p:nvSpPr>
        <p:spPr bwMode="gray">
          <a:xfrm>
            <a:off x="358775" y="431800"/>
            <a:ext cx="6140450" cy="3454400"/>
          </a:xfrm>
          <a:prstGeom prst="rect">
            <a:avLst/>
          </a:prstGeom>
          <a:noFill/>
          <a:ln w="12700">
            <a:solidFill>
              <a:prstClr val="black"/>
            </a:solidFill>
            <a:miter lim="800000"/>
          </a:ln>
        </p:spPr>
        <p:txBody>
          <a:bodyPr vert="horz" lIns="0" tIns="0" rIns="0" bIns="0" rtlCol="0" anchor="ctr"/>
          <a:lstStyle/>
          <a:p>
            <a:endParaRPr lang="de-DE" noProof="0" dirty="0"/>
          </a:p>
        </p:txBody>
      </p:sp>
      <p:sp>
        <p:nvSpPr>
          <p:cNvPr id="5" name="Notizen"/>
          <p:cNvSpPr>
            <a:spLocks noGrp="1"/>
          </p:cNvSpPr>
          <p:nvPr>
            <p:ph type="body" sz="quarter" idx="3"/>
          </p:nvPr>
        </p:nvSpPr>
        <p:spPr bwMode="gray">
          <a:xfrm>
            <a:off x="359999" y="4248000"/>
            <a:ext cx="6138000" cy="4068000"/>
          </a:xfrm>
          <a:prstGeom prst="rect">
            <a:avLst/>
          </a:prstGeom>
        </p:spPr>
        <p:txBody>
          <a:bodyPr vert="horz" lIns="0" tIns="0" rIns="0" bIns="0" rtlCol="0"/>
          <a:lstStyle/>
          <a:p>
            <a:pPr lvl="0"/>
            <a:r>
              <a:rPr lang="de-DE" noProof="0" dirty="0"/>
              <a:t>Textmasterformat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6" name="Fußzeile"/>
          <p:cNvSpPr>
            <a:spLocks noGrp="1"/>
          </p:cNvSpPr>
          <p:nvPr>
            <p:ph type="ftr" sz="quarter" idx="4"/>
          </p:nvPr>
        </p:nvSpPr>
        <p:spPr bwMode="gray">
          <a:xfrm>
            <a:off x="0" y="8604000"/>
            <a:ext cx="5040000" cy="540000"/>
          </a:xfrm>
          <a:prstGeom prst="rect">
            <a:avLst/>
          </a:prstGeom>
        </p:spPr>
        <p:txBody>
          <a:bodyPr vert="horz" lIns="360000" tIns="0" rIns="0" bIns="180000" rtlCol="0" anchor="b"/>
          <a:lstStyle>
            <a:lvl1pPr algn="l">
              <a:defRPr sz="1200"/>
            </a:lvl1pPr>
          </a:lstStyle>
          <a:p>
            <a:endParaRPr lang="de-DE" noProof="0" dirty="0"/>
          </a:p>
        </p:txBody>
      </p:sp>
      <p:sp>
        <p:nvSpPr>
          <p:cNvPr id="7" name="Foliennummer"/>
          <p:cNvSpPr>
            <a:spLocks noGrp="1"/>
          </p:cNvSpPr>
          <p:nvPr>
            <p:ph type="sldNum" sz="quarter" idx="5"/>
          </p:nvPr>
        </p:nvSpPr>
        <p:spPr bwMode="gray">
          <a:xfrm>
            <a:off x="5418000" y="8604000"/>
            <a:ext cx="1440000" cy="540000"/>
          </a:xfrm>
          <a:prstGeom prst="rect">
            <a:avLst/>
          </a:prstGeom>
        </p:spPr>
        <p:txBody>
          <a:bodyPr vert="horz" lIns="0" tIns="0" rIns="360000" bIns="180000" rtlCol="0" anchor="b"/>
          <a:lstStyle>
            <a:lvl1pPr algn="r">
              <a:defRPr sz="1200"/>
            </a:lvl1pPr>
          </a:lstStyle>
          <a:p>
            <a:fld id="{92DA5471-CC57-402A-9527-36A1D012F698}" type="slidenum">
              <a:rPr lang="de-DE" noProof="0" smtClean="0"/>
              <a:t>‹#›</a:t>
            </a:fld>
            <a:endParaRPr lang="de-DE"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A Titel mit Bild">
    <p:spTree>
      <p:nvGrpSpPr>
        <p:cNvPr id="1" name=""/>
        <p:cNvGrpSpPr/>
        <p:nvPr/>
      </p:nvGrpSpPr>
      <p:grpSpPr>
        <a:xfrm>
          <a:off x="0" y="0"/>
          <a:ext cx="0" cy="0"/>
          <a:chOff x="0" y="0"/>
          <a:chExt cx="0" cy="0"/>
        </a:xfrm>
      </p:grpSpPr>
      <p:sp>
        <p:nvSpPr>
          <p:cNvPr id="6" name="Freeform: Shape 8"/>
          <p:cNvSpPr/>
          <p:nvPr userDrawn="1"/>
        </p:nvSpPr>
        <p:spPr bwMode="gray">
          <a:xfrm>
            <a:off x="-2048296" y="3028950"/>
            <a:ext cx="11029951" cy="2844800"/>
          </a:xfrm>
          <a:prstGeom prst="roundRect">
            <a:avLst>
              <a:gd name="adj" fmla="val 1774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3" name="Titel 2"/>
          <p:cNvSpPr>
            <a:spLocks noGrp="1"/>
          </p:cNvSpPr>
          <p:nvPr>
            <p:ph type="title" hasCustomPrompt="1"/>
          </p:nvPr>
        </p:nvSpPr>
        <p:spPr bwMode="gray">
          <a:xfrm>
            <a:off x="540005" y="3767352"/>
            <a:ext cx="6317999" cy="540000"/>
          </a:xfrm>
        </p:spPr>
        <p:txBody>
          <a:bodyPr/>
          <a:lstStyle>
            <a:lvl1pPr>
              <a:defRPr sz="4400" cap="all" spc="400" baseline="0">
                <a:solidFill>
                  <a:schemeClr val="bg1"/>
                </a:solidFill>
              </a:defRPr>
            </a:lvl1pPr>
          </a:lstStyle>
          <a:p>
            <a:r>
              <a:rPr lang="de-DE" noProof="0" dirty="0"/>
              <a:t>Titel Ihrer Präsentation</a:t>
            </a:r>
          </a:p>
        </p:txBody>
      </p:sp>
      <p:grpSp>
        <p:nvGrpSpPr>
          <p:cNvPr id="24" name="Gruppieren 23"/>
          <p:cNvGrpSpPr/>
          <p:nvPr userDrawn="1"/>
        </p:nvGrpSpPr>
        <p:grpSpPr>
          <a:xfrm rot="16200000">
            <a:off x="9052317" y="512273"/>
            <a:ext cx="3426623" cy="2402084"/>
            <a:chOff x="7582680" y="1972513"/>
            <a:chExt cx="4621936" cy="3240006"/>
          </a:xfrm>
        </p:grpSpPr>
        <p:sp>
          <p:nvSpPr>
            <p:cNvPr id="16" name="Abgerundetes Rechteck 15"/>
            <p:cNvSpPr/>
            <p:nvPr userDrawn="1"/>
          </p:nvSpPr>
          <p:spPr bwMode="gray">
            <a:xfrm rot="10800000">
              <a:off x="7582680" y="4132515"/>
              <a:ext cx="3630368" cy="1079993"/>
            </a:xfrm>
            <a:prstGeom prst="roundRect">
              <a:avLst>
                <a:gd name="adj" fmla="val 50000"/>
              </a:avLst>
            </a:prstGeom>
            <a:solidFill>
              <a:schemeClr val="accent1">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7" name="Träne 16"/>
            <p:cNvSpPr/>
            <p:nvPr userDrawn="1"/>
          </p:nvSpPr>
          <p:spPr bwMode="gray">
            <a:xfrm rot="5400000">
              <a:off x="9053134" y="3052600"/>
              <a:ext cx="1080000" cy="1079826"/>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8" name="Ecken des Rechtecks auf der gleichen Seite abrunden 17"/>
            <p:cNvSpPr/>
            <p:nvPr userDrawn="1"/>
          </p:nvSpPr>
          <p:spPr bwMode="gray">
            <a:xfrm rot="5400000">
              <a:off x="9593047" y="2512513"/>
              <a:ext cx="2160000" cy="1080000"/>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0" name="Freihandform 19"/>
            <p:cNvSpPr/>
            <p:nvPr userDrawn="1"/>
          </p:nvSpPr>
          <p:spPr bwMode="gray">
            <a:xfrm rot="10800000">
              <a:off x="11124613" y="3052513"/>
              <a:ext cx="1080003" cy="2160006"/>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grpSp>
      <p:sp>
        <p:nvSpPr>
          <p:cNvPr id="8" name="Textfeld 7"/>
          <p:cNvSpPr txBox="1"/>
          <p:nvPr userDrawn="1"/>
        </p:nvSpPr>
        <p:spPr bwMode="gray">
          <a:xfrm>
            <a:off x="3554731" y="761238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2" name="Textplatzhalter 5"/>
          <p:cNvSpPr>
            <a:spLocks noGrp="1"/>
          </p:cNvSpPr>
          <p:nvPr>
            <p:ph type="body" sz="quarter" idx="14" hasCustomPrompt="1"/>
          </p:nvPr>
        </p:nvSpPr>
        <p:spPr bwMode="gray">
          <a:xfrm>
            <a:off x="540535" y="6245042"/>
            <a:ext cx="6519175" cy="179572"/>
          </a:xfrm>
        </p:spPr>
        <p:txBody>
          <a:bodyPr anchor="b"/>
          <a:lstStyle>
            <a:lvl1pPr marL="0" indent="0">
              <a:lnSpc>
                <a:spcPct val="90000"/>
              </a:lnSpc>
              <a:buNone/>
              <a:defRPr sz="1100"/>
            </a:lvl1pPr>
          </a:lstStyle>
          <a:p>
            <a:pPr lvl="0"/>
            <a:r>
              <a:rPr lang="de-DE" dirty="0"/>
              <a:t>Optionaler Text</a:t>
            </a:r>
          </a:p>
        </p:txBody>
      </p:sp>
      <p:cxnSp>
        <p:nvCxnSpPr>
          <p:cNvPr id="7" name="Straight Connector 8"/>
          <p:cNvCxnSpPr/>
          <p:nvPr userDrawn="1"/>
        </p:nvCxnSpPr>
        <p:spPr bwMode="gray">
          <a:xfrm>
            <a:off x="540000" y="5250573"/>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387" y="254416"/>
            <a:ext cx="2743200" cy="71868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 Titel ohne Bild">
    <p:spTree>
      <p:nvGrpSpPr>
        <p:cNvPr id="1" name=""/>
        <p:cNvGrpSpPr/>
        <p:nvPr/>
      </p:nvGrpSpPr>
      <p:grpSpPr>
        <a:xfrm>
          <a:off x="0" y="0"/>
          <a:ext cx="0" cy="0"/>
          <a:chOff x="0" y="0"/>
          <a:chExt cx="0" cy="0"/>
        </a:xfrm>
      </p:grpSpPr>
      <p:sp>
        <p:nvSpPr>
          <p:cNvPr id="3" name="Titel 2"/>
          <p:cNvSpPr>
            <a:spLocks noGrp="1"/>
          </p:cNvSpPr>
          <p:nvPr>
            <p:ph type="title" hasCustomPrompt="1"/>
          </p:nvPr>
        </p:nvSpPr>
        <p:spPr bwMode="gray">
          <a:xfrm>
            <a:off x="540003" y="2069824"/>
            <a:ext cx="5735071" cy="1359176"/>
          </a:xfrm>
        </p:spPr>
        <p:txBody>
          <a:bodyPr/>
          <a:lstStyle>
            <a:lvl1pPr>
              <a:defRPr sz="5400" cap="all" spc="400" baseline="0"/>
            </a:lvl1pPr>
          </a:lstStyle>
          <a:p>
            <a:r>
              <a:rPr lang="de-DE" noProof="0" dirty="0"/>
              <a:t>Titel Ihrer Präsentation</a:t>
            </a:r>
          </a:p>
        </p:txBody>
      </p:sp>
      <p:sp>
        <p:nvSpPr>
          <p:cNvPr id="11" name="Freeform: Shape 8"/>
          <p:cNvSpPr/>
          <p:nvPr userDrawn="1"/>
        </p:nvSpPr>
        <p:spPr bwMode="gray">
          <a:xfrm>
            <a:off x="7932421" y="0"/>
            <a:ext cx="4259579"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2" name="Textplatzhalter 5"/>
          <p:cNvSpPr>
            <a:spLocks noGrp="1"/>
          </p:cNvSpPr>
          <p:nvPr>
            <p:ph type="body" sz="quarter" idx="14" hasCustomPrompt="1"/>
          </p:nvPr>
        </p:nvSpPr>
        <p:spPr bwMode="gray">
          <a:xfrm>
            <a:off x="540535" y="6245042"/>
            <a:ext cx="6519175" cy="179572"/>
          </a:xfrm>
        </p:spPr>
        <p:txBody>
          <a:bodyPr anchor="b"/>
          <a:lstStyle>
            <a:lvl1pPr marL="0" indent="0">
              <a:lnSpc>
                <a:spcPct val="90000"/>
              </a:lnSpc>
              <a:buNone/>
              <a:defRPr sz="1100"/>
            </a:lvl1pPr>
          </a:lstStyle>
          <a:p>
            <a:pPr lvl="0"/>
            <a:r>
              <a:rPr lang="de-DE" dirty="0"/>
              <a:t>Optionaler Text</a:t>
            </a:r>
          </a:p>
        </p:txBody>
      </p:sp>
      <p:grpSp>
        <p:nvGrpSpPr>
          <p:cNvPr id="17" name="Gruppieren 16"/>
          <p:cNvGrpSpPr/>
          <p:nvPr userDrawn="1"/>
        </p:nvGrpSpPr>
        <p:grpSpPr>
          <a:xfrm>
            <a:off x="8589755" y="3294570"/>
            <a:ext cx="4177596" cy="3174456"/>
            <a:chOff x="8860223" y="3611128"/>
            <a:chExt cx="3866783" cy="2938277"/>
          </a:xfrm>
        </p:grpSpPr>
        <p:sp>
          <p:nvSpPr>
            <p:cNvPr id="8" name="Abgerundetes Rechteck 7"/>
            <p:cNvSpPr/>
            <p:nvPr userDrawn="1"/>
          </p:nvSpPr>
          <p:spPr bwMode="gray">
            <a:xfrm rot="10800000">
              <a:off x="8860223" y="5748716"/>
              <a:ext cx="2537455" cy="800688"/>
            </a:xfrm>
            <a:prstGeom prst="roundRect">
              <a:avLst>
                <a:gd name="adj" fmla="val 50000"/>
              </a:avLst>
            </a:prstGeom>
            <a:solidFill>
              <a:schemeClr val="accent1">
                <a:lumMod val="60000"/>
                <a:lumOff val="40000"/>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Träne 8"/>
            <p:cNvSpPr/>
            <p:nvPr userDrawn="1"/>
          </p:nvSpPr>
          <p:spPr bwMode="gray">
            <a:xfrm rot="5400000">
              <a:off x="9799540" y="4948089"/>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0" name="Ecken des Rechtecks auf der gleichen Seite abrunden 9"/>
            <p:cNvSpPr/>
            <p:nvPr userDrawn="1"/>
          </p:nvSpPr>
          <p:spPr bwMode="gray">
            <a:xfrm rot="5400000">
              <a:off x="10199822" y="4547678"/>
              <a:ext cx="1601386" cy="800693"/>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Freihandform 12"/>
            <p:cNvSpPr/>
            <p:nvPr userDrawn="1"/>
          </p:nvSpPr>
          <p:spPr bwMode="gray">
            <a:xfrm rot="10800000">
              <a:off x="11403920" y="3611128"/>
              <a:ext cx="800695" cy="1601391"/>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16" name="Träne 15"/>
            <p:cNvSpPr/>
            <p:nvPr userDrawn="1"/>
          </p:nvSpPr>
          <p:spPr bwMode="gray">
            <a:xfrm rot="16200000">
              <a:off x="11403815" y="5226215"/>
              <a:ext cx="1323297" cy="132308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pic>
        <p:nvPicPr>
          <p:cNvPr id="12" name="Grafik 11"/>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cxnSp>
        <p:nvCxnSpPr>
          <p:cNvPr id="6" name="Straight Connector 8"/>
          <p:cNvCxnSpPr/>
          <p:nvPr userDrawn="1"/>
        </p:nvCxnSpPr>
        <p:spPr bwMode="gray">
          <a:xfrm>
            <a:off x="540000" y="4440992"/>
            <a:ext cx="144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platzhalter 5"/>
          <p:cNvSpPr>
            <a:spLocks noGrp="1"/>
          </p:cNvSpPr>
          <p:nvPr>
            <p:ph type="body" sz="quarter" idx="15" hasCustomPrompt="1"/>
          </p:nvPr>
        </p:nvSpPr>
        <p:spPr bwMode="gray">
          <a:xfrm>
            <a:off x="538163" y="3684083"/>
            <a:ext cx="5735071" cy="179573"/>
          </a:xfrm>
        </p:spPr>
        <p:txBody>
          <a:bodyPr/>
          <a:lstStyle>
            <a:lvl1pPr marL="0" indent="0">
              <a:lnSpc>
                <a:spcPct val="90000"/>
              </a:lnSpc>
              <a:buNone/>
              <a:defRPr/>
            </a:lvl1pPr>
          </a:lstStyle>
          <a:p>
            <a:pPr lvl="0"/>
            <a:r>
              <a:rPr lang="de-DE" dirty="0"/>
              <a:t>Zweite Headline</a:t>
            </a:r>
          </a:p>
        </p:txBody>
      </p:sp>
      <p:sp>
        <p:nvSpPr>
          <p:cNvPr id="15" name="Textplatzhalter 5"/>
          <p:cNvSpPr>
            <a:spLocks noGrp="1"/>
          </p:cNvSpPr>
          <p:nvPr>
            <p:ph type="body" sz="quarter" idx="16" hasCustomPrompt="1"/>
          </p:nvPr>
        </p:nvSpPr>
        <p:spPr bwMode="gray">
          <a:xfrm>
            <a:off x="538163" y="4037359"/>
            <a:ext cx="5735071" cy="179573"/>
          </a:xfrm>
        </p:spPr>
        <p:txBody>
          <a:bodyPr/>
          <a:lstStyle>
            <a:lvl1pPr marL="0" indent="0">
              <a:lnSpc>
                <a:spcPct val="90000"/>
              </a:lnSpc>
              <a:buNone/>
              <a:defRPr/>
            </a:lvl1pPr>
          </a:lstStyle>
          <a:p>
            <a:pPr lvl="0"/>
            <a:r>
              <a:rPr lang="de-DE" dirty="0"/>
              <a:t>Optionaler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 Titel ohne Bild">
    <p:spTree>
      <p:nvGrpSpPr>
        <p:cNvPr id="1" name=""/>
        <p:cNvGrpSpPr/>
        <p:nvPr/>
      </p:nvGrpSpPr>
      <p:grpSpPr>
        <a:xfrm>
          <a:off x="0" y="0"/>
          <a:ext cx="0" cy="0"/>
          <a:chOff x="0" y="0"/>
          <a:chExt cx="0" cy="0"/>
        </a:xfrm>
      </p:grpSpPr>
      <p:grpSp>
        <p:nvGrpSpPr>
          <p:cNvPr id="7" name="Gruppieren 6"/>
          <p:cNvGrpSpPr/>
          <p:nvPr userDrawn="1"/>
        </p:nvGrpSpPr>
        <p:grpSpPr>
          <a:xfrm>
            <a:off x="7806691" y="3250157"/>
            <a:ext cx="4960660" cy="3174456"/>
            <a:chOff x="8135419" y="3611128"/>
            <a:chExt cx="4591587" cy="2938277"/>
          </a:xfrm>
        </p:grpSpPr>
        <p:sp>
          <p:nvSpPr>
            <p:cNvPr id="8" name="Abgerundetes Rechteck 7"/>
            <p:cNvSpPr/>
            <p:nvPr userDrawn="1"/>
          </p:nvSpPr>
          <p:spPr bwMode="gray">
            <a:xfrm rot="10800000">
              <a:off x="8135419" y="5748716"/>
              <a:ext cx="3262258" cy="80068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Träne 8"/>
            <p:cNvSpPr/>
            <p:nvPr userDrawn="1"/>
          </p:nvSpPr>
          <p:spPr bwMode="gray">
            <a:xfrm rot="5400000">
              <a:off x="9799540" y="4948089"/>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0" name="Ecken des Rechtecks auf der gleichen Seite abrunden 9"/>
            <p:cNvSpPr/>
            <p:nvPr userDrawn="1"/>
          </p:nvSpPr>
          <p:spPr bwMode="gray">
            <a:xfrm rot="5400000">
              <a:off x="10199822" y="4547678"/>
              <a:ext cx="1601386" cy="800693"/>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4" name="Freihandform 13"/>
            <p:cNvSpPr/>
            <p:nvPr userDrawn="1"/>
          </p:nvSpPr>
          <p:spPr bwMode="gray">
            <a:xfrm rot="10800000">
              <a:off x="11403920" y="3611128"/>
              <a:ext cx="800695" cy="1601391"/>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15" name="Träne 14"/>
            <p:cNvSpPr/>
            <p:nvPr userDrawn="1"/>
          </p:nvSpPr>
          <p:spPr bwMode="gray">
            <a:xfrm rot="16200000">
              <a:off x="11403815" y="5226215"/>
              <a:ext cx="1323297" cy="132308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pic>
        <p:nvPicPr>
          <p:cNvPr id="18" name="Grafik 1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88551" y="254658"/>
            <a:ext cx="2743200" cy="718681"/>
          </a:xfrm>
          <a:prstGeom prst="rect">
            <a:avLst/>
          </a:prstGeom>
        </p:spPr>
      </p:pic>
      <p:sp>
        <p:nvSpPr>
          <p:cNvPr id="16" name="Titel 2"/>
          <p:cNvSpPr>
            <a:spLocks noGrp="1"/>
          </p:cNvSpPr>
          <p:nvPr>
            <p:ph type="title" hasCustomPrompt="1"/>
          </p:nvPr>
        </p:nvSpPr>
        <p:spPr bwMode="gray">
          <a:xfrm>
            <a:off x="540003" y="2069824"/>
            <a:ext cx="5735071" cy="1359176"/>
          </a:xfrm>
        </p:spPr>
        <p:txBody>
          <a:bodyPr/>
          <a:lstStyle>
            <a:lvl1pPr>
              <a:defRPr sz="5400" cap="all" spc="400" baseline="0"/>
            </a:lvl1pPr>
          </a:lstStyle>
          <a:p>
            <a:r>
              <a:rPr lang="de-DE" noProof="0" dirty="0"/>
              <a:t>Titel Ihrer Präsentation</a:t>
            </a:r>
          </a:p>
        </p:txBody>
      </p:sp>
      <p:cxnSp>
        <p:nvCxnSpPr>
          <p:cNvPr id="17" name="Straight Connector 8"/>
          <p:cNvCxnSpPr/>
          <p:nvPr userDrawn="1"/>
        </p:nvCxnSpPr>
        <p:spPr bwMode="gray">
          <a:xfrm>
            <a:off x="540000" y="4440992"/>
            <a:ext cx="144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platzhalter 5"/>
          <p:cNvSpPr>
            <a:spLocks noGrp="1"/>
          </p:cNvSpPr>
          <p:nvPr>
            <p:ph type="body" sz="quarter" idx="15" hasCustomPrompt="1"/>
          </p:nvPr>
        </p:nvSpPr>
        <p:spPr bwMode="gray">
          <a:xfrm>
            <a:off x="538163" y="3684083"/>
            <a:ext cx="5735071" cy="179573"/>
          </a:xfrm>
        </p:spPr>
        <p:txBody>
          <a:bodyPr/>
          <a:lstStyle>
            <a:lvl1pPr marL="0" indent="0">
              <a:lnSpc>
                <a:spcPct val="90000"/>
              </a:lnSpc>
              <a:buNone/>
              <a:defRPr/>
            </a:lvl1pPr>
          </a:lstStyle>
          <a:p>
            <a:pPr lvl="0"/>
            <a:r>
              <a:rPr lang="de-DE" dirty="0"/>
              <a:t>Zweite Headline</a:t>
            </a:r>
          </a:p>
        </p:txBody>
      </p:sp>
      <p:sp>
        <p:nvSpPr>
          <p:cNvPr id="20" name="Textplatzhalter 5"/>
          <p:cNvSpPr>
            <a:spLocks noGrp="1"/>
          </p:cNvSpPr>
          <p:nvPr>
            <p:ph type="body" sz="quarter" idx="16" hasCustomPrompt="1"/>
          </p:nvPr>
        </p:nvSpPr>
        <p:spPr bwMode="gray">
          <a:xfrm>
            <a:off x="538163" y="4037359"/>
            <a:ext cx="5735071" cy="179573"/>
          </a:xfrm>
        </p:spPr>
        <p:txBody>
          <a:bodyPr/>
          <a:lstStyle>
            <a:lvl1pPr marL="0" indent="0">
              <a:lnSpc>
                <a:spcPct val="90000"/>
              </a:lnSpc>
              <a:buNone/>
              <a:defRPr/>
            </a:lvl1pPr>
          </a:lstStyle>
          <a:p>
            <a:pPr lvl="0"/>
            <a:r>
              <a:rPr lang="de-DE" dirty="0"/>
              <a:t>Optionaler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 Titel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10" name="Bildplatzhalter 9"/>
          <p:cNvSpPr>
            <a:spLocks noGrp="1" noChangeAspect="1"/>
          </p:cNvSpPr>
          <p:nvPr>
            <p:ph type="pic" sz="quarter" idx="10" hasCustomPrompt="1"/>
          </p:nvPr>
        </p:nvSpPr>
        <p:spPr bwMode="gray">
          <a:xfrm>
            <a:off x="1" y="1244140"/>
            <a:ext cx="11651467" cy="3307824"/>
          </a:xfrm>
          <a:custGeom>
            <a:avLst/>
            <a:gdLst>
              <a:gd name="connsiteX0" fmla="*/ 0 w 11655425"/>
              <a:gd name="connsiteY0" fmla="*/ 0 h 4120164"/>
              <a:gd name="connsiteX1" fmla="*/ 9595343 w 11655425"/>
              <a:gd name="connsiteY1" fmla="*/ 0 h 4120164"/>
              <a:gd name="connsiteX2" fmla="*/ 11655425 w 11655425"/>
              <a:gd name="connsiteY2" fmla="*/ 2060082 h 4120164"/>
              <a:gd name="connsiteX3" fmla="*/ 9595343 w 11655425"/>
              <a:gd name="connsiteY3" fmla="*/ 4120164 h 4120164"/>
              <a:gd name="connsiteX4" fmla="*/ 0 w 11655425"/>
              <a:gd name="connsiteY4" fmla="*/ 4120164 h 4120164"/>
              <a:gd name="connsiteX0-1" fmla="*/ 0 w 11655425"/>
              <a:gd name="connsiteY0-2" fmla="*/ 0 h 4120164"/>
              <a:gd name="connsiteX1-3" fmla="*/ 9595343 w 11655425"/>
              <a:gd name="connsiteY1-4" fmla="*/ 0 h 4120164"/>
              <a:gd name="connsiteX2-5" fmla="*/ 11655425 w 11655425"/>
              <a:gd name="connsiteY2-6" fmla="*/ 2060082 h 4120164"/>
              <a:gd name="connsiteX3-7" fmla="*/ 9595343 w 11655425"/>
              <a:gd name="connsiteY3-8" fmla="*/ 4120164 h 4120164"/>
              <a:gd name="connsiteX4-9" fmla="*/ 0 w 11655425"/>
              <a:gd name="connsiteY4-10" fmla="*/ 4120164 h 4120164"/>
              <a:gd name="connsiteX5" fmla="*/ 0 w 11655425"/>
              <a:gd name="connsiteY5" fmla="*/ 0 h 412016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11655425" h="4120164">
                <a:moveTo>
                  <a:pt x="0" y="0"/>
                </a:moveTo>
                <a:lnTo>
                  <a:pt x="9595343" y="0"/>
                </a:lnTo>
                <a:cubicBezTo>
                  <a:pt x="10733095" y="0"/>
                  <a:pt x="11655425" y="648137"/>
                  <a:pt x="11655425" y="2060082"/>
                </a:cubicBezTo>
                <a:cubicBezTo>
                  <a:pt x="11655425" y="3472027"/>
                  <a:pt x="10733095" y="4120164"/>
                  <a:pt x="9595343" y="4120164"/>
                </a:cubicBezTo>
                <a:lnTo>
                  <a:pt x="0" y="4120164"/>
                </a:lnTo>
                <a:lnTo>
                  <a:pt x="0" y="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Titel 2"/>
          <p:cNvSpPr>
            <a:spLocks noGrp="1"/>
          </p:cNvSpPr>
          <p:nvPr>
            <p:ph type="title" hasCustomPrompt="1"/>
          </p:nvPr>
        </p:nvSpPr>
        <p:spPr bwMode="gray">
          <a:xfrm>
            <a:off x="540000" y="4903319"/>
            <a:ext cx="11112000" cy="540000"/>
          </a:xfrm>
        </p:spPr>
        <p:txBody>
          <a:bodyPr/>
          <a:lstStyle>
            <a:lvl1pPr>
              <a:defRPr sz="4000" cap="all" spc="400" baseline="0">
                <a:solidFill>
                  <a:schemeClr val="bg1"/>
                </a:solidFill>
              </a:defRPr>
            </a:lvl1pPr>
          </a:lstStyle>
          <a:p>
            <a:r>
              <a:rPr lang="de-DE" noProof="0" dirty="0"/>
              <a:t>Titel Ihrer Präsentation</a:t>
            </a:r>
          </a:p>
        </p:txBody>
      </p:sp>
      <p:sp>
        <p:nvSpPr>
          <p:cNvPr id="7" name="Subtitle"/>
          <p:cNvSpPr>
            <a:spLocks noGrp="1"/>
          </p:cNvSpPr>
          <p:nvPr>
            <p:ph type="body" sz="quarter" idx="13" hasCustomPrompt="1"/>
          </p:nvPr>
        </p:nvSpPr>
        <p:spPr bwMode="gray">
          <a:xfrm>
            <a:off x="540000" y="5495200"/>
            <a:ext cx="11112000" cy="360000"/>
          </a:xfrm>
        </p:spPr>
        <p:txBody>
          <a:bodyPr/>
          <a:lstStyle>
            <a:lvl1pPr marL="0" indent="0">
              <a:lnSpc>
                <a:spcPct val="90000"/>
              </a:lnSpc>
              <a:spcAft>
                <a:spcPts val="0"/>
              </a:spcAft>
              <a:buNone/>
              <a:defRPr sz="2200" baseline="0">
                <a:solidFill>
                  <a:schemeClr val="bg1"/>
                </a:solidFill>
              </a:defRPr>
            </a:lvl1pPr>
          </a:lstStyle>
          <a:p>
            <a:pPr lvl="0"/>
            <a:r>
              <a:rPr lang="de-DE" noProof="0" dirty="0"/>
              <a:t>Zweite Headline</a:t>
            </a:r>
          </a:p>
        </p:txBody>
      </p:sp>
      <p:sp>
        <p:nvSpPr>
          <p:cNvPr id="2" name="Textplatzhalter 5"/>
          <p:cNvSpPr>
            <a:spLocks noGrp="1"/>
          </p:cNvSpPr>
          <p:nvPr>
            <p:ph type="body" sz="quarter" idx="14" hasCustomPrompt="1"/>
          </p:nvPr>
        </p:nvSpPr>
        <p:spPr bwMode="gray">
          <a:xfrm>
            <a:off x="540533" y="6220043"/>
            <a:ext cx="11110939" cy="216000"/>
          </a:xfrm>
        </p:spPr>
        <p:txBody>
          <a:bodyPr anchor="b"/>
          <a:lstStyle>
            <a:lvl1pPr marL="0" indent="0">
              <a:lnSpc>
                <a:spcPct val="90000"/>
              </a:lnSpc>
              <a:buNone/>
              <a:defRPr sz="1100">
                <a:solidFill>
                  <a:schemeClr val="bg1"/>
                </a:solidFill>
              </a:defRPr>
            </a:lvl1pPr>
          </a:lstStyle>
          <a:p>
            <a:pPr lvl="0"/>
            <a:r>
              <a:rPr lang="de-DE" dirty="0"/>
              <a:t>Optionaler Text</a:t>
            </a:r>
          </a:p>
        </p:txBody>
      </p:sp>
      <p:cxnSp>
        <p:nvCxnSpPr>
          <p:cNvPr id="4" name="Straight Connector 8"/>
          <p:cNvCxnSpPr/>
          <p:nvPr userDrawn="1"/>
        </p:nvCxnSpPr>
        <p:spPr bwMode="gray">
          <a:xfrm>
            <a:off x="540000" y="6026253"/>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76248" y="26181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 Titel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10" name="Bildplatzhalter 9"/>
          <p:cNvSpPr>
            <a:spLocks noGrp="1" noChangeAspect="1"/>
          </p:cNvSpPr>
          <p:nvPr>
            <p:ph type="pic" sz="quarter" idx="10" hasCustomPrompt="1"/>
          </p:nvPr>
        </p:nvSpPr>
        <p:spPr bwMode="gray">
          <a:xfrm>
            <a:off x="5" y="0"/>
            <a:ext cx="12191999" cy="4336928"/>
          </a:xfrm>
          <a:prstGeom prst="rect">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Titel 2"/>
          <p:cNvSpPr>
            <a:spLocks noGrp="1"/>
          </p:cNvSpPr>
          <p:nvPr>
            <p:ph type="title" hasCustomPrompt="1"/>
          </p:nvPr>
        </p:nvSpPr>
        <p:spPr bwMode="gray">
          <a:xfrm>
            <a:off x="540000" y="4903319"/>
            <a:ext cx="11112000" cy="540000"/>
          </a:xfrm>
        </p:spPr>
        <p:txBody>
          <a:bodyPr/>
          <a:lstStyle>
            <a:lvl1pPr>
              <a:defRPr sz="4000" cap="all" spc="400" baseline="0">
                <a:solidFill>
                  <a:schemeClr val="bg1"/>
                </a:solidFill>
              </a:defRPr>
            </a:lvl1pPr>
          </a:lstStyle>
          <a:p>
            <a:r>
              <a:rPr lang="de-DE" noProof="0" dirty="0"/>
              <a:t>Titel Ihrer Präsentation</a:t>
            </a:r>
          </a:p>
        </p:txBody>
      </p:sp>
      <p:sp>
        <p:nvSpPr>
          <p:cNvPr id="7" name="Subtitle"/>
          <p:cNvSpPr>
            <a:spLocks noGrp="1"/>
          </p:cNvSpPr>
          <p:nvPr>
            <p:ph type="body" sz="quarter" idx="13" hasCustomPrompt="1"/>
          </p:nvPr>
        </p:nvSpPr>
        <p:spPr bwMode="gray">
          <a:xfrm>
            <a:off x="540000" y="5495200"/>
            <a:ext cx="11112000" cy="360000"/>
          </a:xfrm>
        </p:spPr>
        <p:txBody>
          <a:bodyPr/>
          <a:lstStyle>
            <a:lvl1pPr marL="0" indent="0">
              <a:lnSpc>
                <a:spcPct val="90000"/>
              </a:lnSpc>
              <a:spcAft>
                <a:spcPts val="0"/>
              </a:spcAft>
              <a:buNone/>
              <a:defRPr sz="2200" baseline="0">
                <a:solidFill>
                  <a:schemeClr val="bg1"/>
                </a:solidFill>
              </a:defRPr>
            </a:lvl1pPr>
          </a:lstStyle>
          <a:p>
            <a:pPr lvl="0"/>
            <a:r>
              <a:rPr lang="de-DE" noProof="0" dirty="0"/>
              <a:t>Zweite Headline</a:t>
            </a:r>
          </a:p>
        </p:txBody>
      </p:sp>
      <p:sp>
        <p:nvSpPr>
          <p:cNvPr id="2" name="Textplatzhalter 5"/>
          <p:cNvSpPr>
            <a:spLocks noGrp="1"/>
          </p:cNvSpPr>
          <p:nvPr>
            <p:ph type="body" sz="quarter" idx="14" hasCustomPrompt="1"/>
          </p:nvPr>
        </p:nvSpPr>
        <p:spPr bwMode="gray">
          <a:xfrm>
            <a:off x="540533" y="6220043"/>
            <a:ext cx="11110939" cy="216000"/>
          </a:xfrm>
        </p:spPr>
        <p:txBody>
          <a:bodyPr anchor="b"/>
          <a:lstStyle>
            <a:lvl1pPr marL="0" indent="0">
              <a:lnSpc>
                <a:spcPct val="90000"/>
              </a:lnSpc>
              <a:buNone/>
              <a:defRPr sz="1100">
                <a:solidFill>
                  <a:schemeClr val="bg1"/>
                </a:solidFill>
              </a:defRPr>
            </a:lvl1pPr>
          </a:lstStyle>
          <a:p>
            <a:pPr lvl="0"/>
            <a:r>
              <a:rPr lang="de-DE" dirty="0"/>
              <a:t>Optionaler Text</a:t>
            </a:r>
          </a:p>
        </p:txBody>
      </p:sp>
      <p:cxnSp>
        <p:nvCxnSpPr>
          <p:cNvPr id="8" name="Straight Connector 8"/>
          <p:cNvCxnSpPr/>
          <p:nvPr userDrawn="1"/>
        </p:nvCxnSpPr>
        <p:spPr bwMode="gray">
          <a:xfrm>
            <a:off x="540000" y="6026253"/>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Gruppieren 8"/>
          <p:cNvGrpSpPr>
            <a:grpSpLocks noChangeAspect="1"/>
          </p:cNvGrpSpPr>
          <p:nvPr userDrawn="1"/>
        </p:nvGrpSpPr>
        <p:grpSpPr>
          <a:xfrm>
            <a:off x="8765381" y="1720044"/>
            <a:ext cx="3426623" cy="2402084"/>
            <a:chOff x="7582680" y="1972513"/>
            <a:chExt cx="4621936" cy="3240006"/>
          </a:xfrm>
        </p:grpSpPr>
        <p:sp>
          <p:nvSpPr>
            <p:cNvPr id="12" name="Abgerundetes Rechteck 11"/>
            <p:cNvSpPr/>
            <p:nvPr userDrawn="1"/>
          </p:nvSpPr>
          <p:spPr bwMode="gray">
            <a:xfrm rot="10800000">
              <a:off x="7582680" y="4132515"/>
              <a:ext cx="3630368" cy="1079993"/>
            </a:xfrm>
            <a:prstGeom prst="roundRect">
              <a:avLst>
                <a:gd name="adj" fmla="val 50000"/>
              </a:avLst>
            </a:prstGeom>
            <a:solidFill>
              <a:schemeClr val="accent1">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Träne 12"/>
            <p:cNvSpPr/>
            <p:nvPr userDrawn="1"/>
          </p:nvSpPr>
          <p:spPr bwMode="gray">
            <a:xfrm rot="5400000">
              <a:off x="9053134" y="3052600"/>
              <a:ext cx="1080000" cy="1079826"/>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4" name="Ecken des Rechtecks auf der gleichen Seite abrunden 13"/>
            <p:cNvSpPr/>
            <p:nvPr userDrawn="1"/>
          </p:nvSpPr>
          <p:spPr bwMode="gray">
            <a:xfrm rot="5400000">
              <a:off x="9593047" y="2512513"/>
              <a:ext cx="2160000" cy="1080000"/>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5" name="Freihandform 14"/>
            <p:cNvSpPr/>
            <p:nvPr userDrawn="1"/>
          </p:nvSpPr>
          <p:spPr bwMode="gray">
            <a:xfrm rot="10800000">
              <a:off x="11124613" y="3052513"/>
              <a:ext cx="1080003" cy="2160006"/>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grpSp>
      <p:pic>
        <p:nvPicPr>
          <p:cNvPr id="17" name="Grafik 16"/>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381155" y="253114"/>
            <a:ext cx="2743200" cy="7186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 Titel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5" name="Titel 2"/>
          <p:cNvSpPr>
            <a:spLocks noGrp="1"/>
          </p:cNvSpPr>
          <p:nvPr>
            <p:ph type="title" hasCustomPrompt="1"/>
          </p:nvPr>
        </p:nvSpPr>
        <p:spPr bwMode="gray">
          <a:xfrm>
            <a:off x="540001" y="2704992"/>
            <a:ext cx="6567811" cy="1672597"/>
          </a:xfrm>
        </p:spPr>
        <p:txBody>
          <a:bodyPr anchor="ctr"/>
          <a:lstStyle>
            <a:lvl1pPr>
              <a:defRPr sz="5400" cap="all" spc="400" baseline="0">
                <a:solidFill>
                  <a:schemeClr val="bg1"/>
                </a:solidFill>
              </a:defRPr>
            </a:lvl1pPr>
          </a:lstStyle>
          <a:p>
            <a:r>
              <a:rPr lang="de-DE" noProof="0" dirty="0"/>
              <a:t>Titel Ihrer Präsentation</a:t>
            </a:r>
          </a:p>
        </p:txBody>
      </p:sp>
      <p:sp>
        <p:nvSpPr>
          <p:cNvPr id="15" name="Textfeld 14"/>
          <p:cNvSpPr txBox="1"/>
          <p:nvPr userDrawn="1"/>
        </p:nvSpPr>
        <p:spPr bwMode="gray">
          <a:xfrm>
            <a:off x="-952107" y="342193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17" name="Textfeld 16"/>
          <p:cNvSpPr txBox="1"/>
          <p:nvPr userDrawn="1"/>
        </p:nvSpPr>
        <p:spPr bwMode="gray">
          <a:xfrm>
            <a:off x="3026004" y="-70701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grpSp>
        <p:nvGrpSpPr>
          <p:cNvPr id="21" name="Gruppieren 20"/>
          <p:cNvGrpSpPr/>
          <p:nvPr userDrawn="1"/>
        </p:nvGrpSpPr>
        <p:grpSpPr>
          <a:xfrm>
            <a:off x="-1590" y="-5"/>
            <a:ext cx="2984900" cy="1979629"/>
            <a:chOff x="-1590" y="-5"/>
            <a:chExt cx="2984900" cy="1979629"/>
          </a:xfrm>
        </p:grpSpPr>
        <p:sp>
          <p:nvSpPr>
            <p:cNvPr id="20" name="Rechteck 19"/>
            <p:cNvSpPr/>
            <p:nvPr userDrawn="1"/>
          </p:nvSpPr>
          <p:spPr bwMode="gray">
            <a:xfrm rot="10800000">
              <a:off x="961532" y="-3"/>
              <a:ext cx="1508289" cy="10047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8" name="Träne 17"/>
            <p:cNvSpPr/>
            <p:nvPr userDrawn="1"/>
          </p:nvSpPr>
          <p:spPr bwMode="gray">
            <a:xfrm rot="10800000">
              <a:off x="1978410" y="-2"/>
              <a:ext cx="1004900" cy="1004738"/>
            </a:xfrm>
            <a:prstGeom prst="teardrop">
              <a:avLst>
                <a:gd name="adj" fmla="val 9939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9" name="Oval 18"/>
            <p:cNvSpPr/>
            <p:nvPr userDrawn="1"/>
          </p:nvSpPr>
          <p:spPr bwMode="gray">
            <a:xfrm rot="10800000">
              <a:off x="-1590" y="-5"/>
              <a:ext cx="1980000" cy="197962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sp>
        <p:nvSpPr>
          <p:cNvPr id="22" name="Ecken des Rechtecks auf der gleichen Seite abrunden 21"/>
          <p:cNvSpPr/>
          <p:nvPr userDrawn="1"/>
        </p:nvSpPr>
        <p:spPr bwMode="gray">
          <a:xfrm rot="5400000">
            <a:off x="5915334" y="507081"/>
            <a:ext cx="1963393" cy="981697"/>
          </a:xfrm>
          <a:prstGeom prst="round2SameRect">
            <a:avLst>
              <a:gd name="adj1" fmla="val 50000"/>
              <a:gd name="adj2"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3" name="Freihandform 22"/>
          <p:cNvSpPr/>
          <p:nvPr userDrawn="1"/>
        </p:nvSpPr>
        <p:spPr bwMode="gray">
          <a:xfrm rot="10800000">
            <a:off x="5924928" y="999987"/>
            <a:ext cx="489821" cy="979643"/>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24" name="Abgerundetes Rechteck 23"/>
          <p:cNvSpPr/>
          <p:nvPr userDrawn="1"/>
        </p:nvSpPr>
        <p:spPr bwMode="gray">
          <a:xfrm rot="10800000">
            <a:off x="7387875" y="999985"/>
            <a:ext cx="3123012" cy="979643"/>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5" name="Freihandform 24"/>
          <p:cNvSpPr/>
          <p:nvPr userDrawn="1"/>
        </p:nvSpPr>
        <p:spPr bwMode="gray">
          <a:xfrm rot="5400000">
            <a:off x="8032720" y="-496084"/>
            <a:ext cx="1012131" cy="1980000"/>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26" name="Ecken des Rechtecks auf der gleichen Seite abrunden 25"/>
          <p:cNvSpPr/>
          <p:nvPr userDrawn="1"/>
        </p:nvSpPr>
        <p:spPr bwMode="gray">
          <a:xfrm rot="10800000">
            <a:off x="9529189" y="-12151"/>
            <a:ext cx="3678099" cy="1011681"/>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nvGrpSpPr>
          <p:cNvPr id="27" name="Gruppieren 26"/>
          <p:cNvGrpSpPr/>
          <p:nvPr userDrawn="1"/>
        </p:nvGrpSpPr>
        <p:grpSpPr>
          <a:xfrm flipH="1">
            <a:off x="9205511" y="1991779"/>
            <a:ext cx="2984900" cy="1979629"/>
            <a:chOff x="-1590" y="-5"/>
            <a:chExt cx="2984900" cy="1979629"/>
          </a:xfrm>
        </p:grpSpPr>
        <p:sp>
          <p:nvSpPr>
            <p:cNvPr id="28" name="Rechteck 27"/>
            <p:cNvSpPr/>
            <p:nvPr userDrawn="1"/>
          </p:nvSpPr>
          <p:spPr bwMode="gray">
            <a:xfrm rot="10800000">
              <a:off x="961532" y="-3"/>
              <a:ext cx="1508289" cy="10047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9" name="Träne 28"/>
            <p:cNvSpPr/>
            <p:nvPr userDrawn="1"/>
          </p:nvSpPr>
          <p:spPr bwMode="gray">
            <a:xfrm rot="10800000">
              <a:off x="1978410" y="-2"/>
              <a:ext cx="1004900" cy="1004738"/>
            </a:xfrm>
            <a:prstGeom prst="teardrop">
              <a:avLst>
                <a:gd name="adj" fmla="val 9939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30" name="Oval 29"/>
            <p:cNvSpPr/>
            <p:nvPr userDrawn="1"/>
          </p:nvSpPr>
          <p:spPr bwMode="gray">
            <a:xfrm rot="10800000">
              <a:off x="-1590" y="-5"/>
              <a:ext cx="1980000" cy="197962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sp>
        <p:nvSpPr>
          <p:cNvPr id="33" name="Freihandform 32"/>
          <p:cNvSpPr/>
          <p:nvPr userDrawn="1"/>
        </p:nvSpPr>
        <p:spPr bwMode="gray">
          <a:xfrm>
            <a:off x="5935088" y="4516176"/>
            <a:ext cx="3123013" cy="979644"/>
          </a:xfrm>
          <a:custGeom>
            <a:avLst/>
            <a:gdLst>
              <a:gd name="connsiteX0" fmla="*/ 489823 w 3123013"/>
              <a:gd name="connsiteY0" fmla="*/ 0 h 979644"/>
              <a:gd name="connsiteX1" fmla="*/ 2633191 w 3123013"/>
              <a:gd name="connsiteY1" fmla="*/ 1 h 979644"/>
              <a:gd name="connsiteX2" fmla="*/ 2637576 w 3123013"/>
              <a:gd name="connsiteY2" fmla="*/ 443 h 979644"/>
              <a:gd name="connsiteX3" fmla="*/ 3123013 w 3123013"/>
              <a:gd name="connsiteY3" fmla="*/ 443 h 979644"/>
              <a:gd name="connsiteX4" fmla="*/ 3123013 w 3123013"/>
              <a:gd name="connsiteY4" fmla="*/ 489822 h 979644"/>
              <a:gd name="connsiteX5" fmla="*/ 3123013 w 3123013"/>
              <a:gd name="connsiteY5" fmla="*/ 489823 h 979644"/>
              <a:gd name="connsiteX6" fmla="*/ 3123013 w 3123013"/>
              <a:gd name="connsiteY6" fmla="*/ 490043 h 979644"/>
              <a:gd name="connsiteX7" fmla="*/ 2633413 w 3123013"/>
              <a:gd name="connsiteY7" fmla="*/ 979643 h 979644"/>
              <a:gd name="connsiteX8" fmla="*/ 2633307 w 3123013"/>
              <a:gd name="connsiteY8" fmla="*/ 979633 h 979644"/>
              <a:gd name="connsiteX9" fmla="*/ 2633191 w 3123013"/>
              <a:gd name="connsiteY9" fmla="*/ 979644 h 979644"/>
              <a:gd name="connsiteX10" fmla="*/ 489822 w 3123013"/>
              <a:gd name="connsiteY10" fmla="*/ 979644 h 979644"/>
              <a:gd name="connsiteX11" fmla="*/ 0 w 3123013"/>
              <a:gd name="connsiteY11" fmla="*/ 489822 h 979644"/>
              <a:gd name="connsiteX12" fmla="*/ 1 w 3123013"/>
              <a:gd name="connsiteY12" fmla="*/ 489822 h 979644"/>
              <a:gd name="connsiteX13" fmla="*/ 489823 w 3123013"/>
              <a:gd name="connsiteY13" fmla="*/ 0 h 97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23013" h="979644">
                <a:moveTo>
                  <a:pt x="489823" y="0"/>
                </a:moveTo>
                <a:lnTo>
                  <a:pt x="2633191" y="1"/>
                </a:lnTo>
                <a:lnTo>
                  <a:pt x="2637576" y="443"/>
                </a:lnTo>
                <a:lnTo>
                  <a:pt x="3123013" y="443"/>
                </a:lnTo>
                <a:lnTo>
                  <a:pt x="3123013" y="489822"/>
                </a:lnTo>
                <a:lnTo>
                  <a:pt x="3123013" y="489823"/>
                </a:lnTo>
                <a:lnTo>
                  <a:pt x="3123013" y="490043"/>
                </a:lnTo>
                <a:cubicBezTo>
                  <a:pt x="3123013" y="760442"/>
                  <a:pt x="2903812" y="979643"/>
                  <a:pt x="2633413" y="979643"/>
                </a:cubicBezTo>
                <a:lnTo>
                  <a:pt x="2633307" y="979633"/>
                </a:lnTo>
                <a:lnTo>
                  <a:pt x="2633191" y="979644"/>
                </a:lnTo>
                <a:lnTo>
                  <a:pt x="489822" y="979644"/>
                </a:lnTo>
                <a:cubicBezTo>
                  <a:pt x="219301" y="979644"/>
                  <a:pt x="0" y="760343"/>
                  <a:pt x="0" y="489822"/>
                </a:cubicBezTo>
                <a:lnTo>
                  <a:pt x="1" y="489822"/>
                </a:lnTo>
                <a:cubicBezTo>
                  <a:pt x="1" y="219301"/>
                  <a:pt x="219302" y="0"/>
                  <a:pt x="489823"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34" name="Ecken des Rechtecks auf der gleichen Seite abrunden 33"/>
          <p:cNvSpPr/>
          <p:nvPr userDrawn="1"/>
        </p:nvSpPr>
        <p:spPr bwMode="gray">
          <a:xfrm rot="16200000">
            <a:off x="10350212" y="4662708"/>
            <a:ext cx="2520944" cy="1162639"/>
          </a:xfrm>
          <a:prstGeom prst="round2SameRect">
            <a:avLst>
              <a:gd name="adj1" fmla="val 38265"/>
              <a:gd name="adj2"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35" name="Oval 34"/>
          <p:cNvSpPr/>
          <p:nvPr userDrawn="1"/>
        </p:nvSpPr>
        <p:spPr bwMode="gray">
          <a:xfrm rot="10800000" flipH="1">
            <a:off x="9058729" y="3596891"/>
            <a:ext cx="1980000" cy="197962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sp>
        <p:nvSpPr>
          <p:cNvPr id="13"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4" name="Textplatzhalter 3"/>
          <p:cNvSpPr>
            <a:spLocks noGrp="1"/>
          </p:cNvSpPr>
          <p:nvPr>
            <p:ph type="body" sz="quarter" idx="19" hasCustomPrompt="1"/>
          </p:nvPr>
        </p:nvSpPr>
        <p:spPr bwMode="gray">
          <a:xfrm>
            <a:off x="535375" y="193604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5" name="Textplatzhalter 3"/>
          <p:cNvSpPr>
            <a:spLocks noGrp="1"/>
          </p:cNvSpPr>
          <p:nvPr>
            <p:ph type="body" sz="quarter" idx="20" hasCustomPrompt="1"/>
          </p:nvPr>
        </p:nvSpPr>
        <p:spPr bwMode="gray">
          <a:xfrm>
            <a:off x="535375" y="3278903"/>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11" name="Textplatzhalter 3"/>
          <p:cNvSpPr>
            <a:spLocks noGrp="1"/>
          </p:cNvSpPr>
          <p:nvPr>
            <p:ph type="body" sz="quarter" idx="21" hasCustomPrompt="1"/>
          </p:nvPr>
        </p:nvSpPr>
        <p:spPr bwMode="gray">
          <a:xfrm>
            <a:off x="535375" y="462177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14" name="Textplatzhalter 13"/>
          <p:cNvSpPr>
            <a:spLocks noGrp="1"/>
          </p:cNvSpPr>
          <p:nvPr>
            <p:ph type="body" sz="quarter" idx="22" hasCustomPrompt="1"/>
          </p:nvPr>
        </p:nvSpPr>
        <p:spPr bwMode="gray">
          <a:xfrm rot="5400000">
            <a:off x="1445843" y="232569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5" name="Textplatzhalter 13"/>
          <p:cNvSpPr>
            <a:spLocks noGrp="1"/>
          </p:cNvSpPr>
          <p:nvPr>
            <p:ph type="body" sz="quarter" idx="23" hasCustomPrompt="1"/>
          </p:nvPr>
        </p:nvSpPr>
        <p:spPr bwMode="gray">
          <a:xfrm rot="5400000">
            <a:off x="1445843" y="3668556"/>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6" name="Textplatzhalter 13"/>
          <p:cNvSpPr>
            <a:spLocks noGrp="1"/>
          </p:cNvSpPr>
          <p:nvPr>
            <p:ph type="body" sz="quarter" idx="24" hasCustomPrompt="1"/>
          </p:nvPr>
        </p:nvSpPr>
        <p:spPr bwMode="gray">
          <a:xfrm rot="5400000">
            <a:off x="1445843" y="501142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8" name="Textplatzhalter 17"/>
          <p:cNvSpPr>
            <a:spLocks noGrp="1"/>
          </p:cNvSpPr>
          <p:nvPr>
            <p:ph type="body" sz="quarter" idx="25" hasCustomPrompt="1"/>
          </p:nvPr>
        </p:nvSpPr>
        <p:spPr bwMode="gray">
          <a:xfrm>
            <a:off x="2014275" y="1936404"/>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19" name="Textplatzhalter 17"/>
          <p:cNvSpPr>
            <a:spLocks noGrp="1"/>
          </p:cNvSpPr>
          <p:nvPr>
            <p:ph type="body" sz="quarter" idx="26" hasCustomPrompt="1"/>
          </p:nvPr>
        </p:nvSpPr>
        <p:spPr bwMode="gray">
          <a:xfrm>
            <a:off x="2014275" y="3279829"/>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0" name="Textplatzhalter 17"/>
          <p:cNvSpPr>
            <a:spLocks noGrp="1"/>
          </p:cNvSpPr>
          <p:nvPr>
            <p:ph type="body" sz="quarter" idx="27" hasCustomPrompt="1"/>
          </p:nvPr>
        </p:nvSpPr>
        <p:spPr bwMode="gray">
          <a:xfrm>
            <a:off x="2014275" y="4622697"/>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1" name="Textplatzhalter 3"/>
          <p:cNvSpPr>
            <a:spLocks noGrp="1"/>
          </p:cNvSpPr>
          <p:nvPr>
            <p:ph type="body" sz="quarter" idx="28" hasCustomPrompt="1"/>
          </p:nvPr>
        </p:nvSpPr>
        <p:spPr bwMode="gray">
          <a:xfrm>
            <a:off x="6573101" y="193604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22" name="Textplatzhalter 3"/>
          <p:cNvSpPr>
            <a:spLocks noGrp="1"/>
          </p:cNvSpPr>
          <p:nvPr>
            <p:ph type="body" sz="quarter" idx="29" hasCustomPrompt="1"/>
          </p:nvPr>
        </p:nvSpPr>
        <p:spPr bwMode="gray">
          <a:xfrm>
            <a:off x="6573101" y="3278903"/>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23" name="Textplatzhalter 3"/>
          <p:cNvSpPr>
            <a:spLocks noGrp="1"/>
          </p:cNvSpPr>
          <p:nvPr>
            <p:ph type="body" sz="quarter" idx="30" hasCustomPrompt="1"/>
          </p:nvPr>
        </p:nvSpPr>
        <p:spPr bwMode="gray">
          <a:xfrm>
            <a:off x="6573101" y="462177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24" name="Textplatzhalter 13"/>
          <p:cNvSpPr>
            <a:spLocks noGrp="1"/>
          </p:cNvSpPr>
          <p:nvPr>
            <p:ph type="body" sz="quarter" idx="31" hasCustomPrompt="1"/>
          </p:nvPr>
        </p:nvSpPr>
        <p:spPr bwMode="gray">
          <a:xfrm rot="5400000">
            <a:off x="7483568" y="232569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5" name="Textplatzhalter 13"/>
          <p:cNvSpPr>
            <a:spLocks noGrp="1"/>
          </p:cNvSpPr>
          <p:nvPr>
            <p:ph type="body" sz="quarter" idx="32" hasCustomPrompt="1"/>
          </p:nvPr>
        </p:nvSpPr>
        <p:spPr bwMode="gray">
          <a:xfrm rot="5400000">
            <a:off x="7483568" y="3668556"/>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6" name="Textplatzhalter 13"/>
          <p:cNvSpPr>
            <a:spLocks noGrp="1"/>
          </p:cNvSpPr>
          <p:nvPr>
            <p:ph type="body" sz="quarter" idx="33" hasCustomPrompt="1"/>
          </p:nvPr>
        </p:nvSpPr>
        <p:spPr bwMode="gray">
          <a:xfrm rot="5400000">
            <a:off x="7483568" y="501142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7" name="Textplatzhalter 17"/>
          <p:cNvSpPr>
            <a:spLocks noGrp="1"/>
          </p:cNvSpPr>
          <p:nvPr>
            <p:ph type="body" sz="quarter" idx="34" hasCustomPrompt="1"/>
          </p:nvPr>
        </p:nvSpPr>
        <p:spPr bwMode="gray">
          <a:xfrm>
            <a:off x="8052000" y="1936404"/>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8" name="Textplatzhalter 17"/>
          <p:cNvSpPr>
            <a:spLocks noGrp="1"/>
          </p:cNvSpPr>
          <p:nvPr>
            <p:ph type="body" sz="quarter" idx="35" hasCustomPrompt="1"/>
          </p:nvPr>
        </p:nvSpPr>
        <p:spPr bwMode="gray">
          <a:xfrm>
            <a:off x="8052000" y="3279829"/>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9" name="Textplatzhalter 17"/>
          <p:cNvSpPr>
            <a:spLocks noGrp="1"/>
          </p:cNvSpPr>
          <p:nvPr>
            <p:ph type="body" sz="quarter" idx="36" hasCustomPrompt="1"/>
          </p:nvPr>
        </p:nvSpPr>
        <p:spPr bwMode="gray">
          <a:xfrm>
            <a:off x="8052000" y="4622697"/>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6" name="Titel 5"/>
          <p:cNvSpPr>
            <a:spLocks noGrp="1" noRot="1" noMove="1" noResize="1" noEditPoints="1" noAdjustHandles="1" noChangeArrowheads="1" noChangeShapeType="1"/>
          </p:cNvSpPr>
          <p:nvPr>
            <p:ph type="title" hasCustomPrompt="1"/>
          </p:nvPr>
        </p:nvSpPr>
        <p:spPr bwMode="gray"/>
        <p:txBody>
          <a:bodyPr/>
          <a:lstStyle/>
          <a:p>
            <a:r>
              <a:rPr lang="de-DE" dirty="0"/>
              <a:t>Mastertitelformat bearbeiten</a:t>
            </a:r>
          </a:p>
        </p:txBody>
      </p:sp>
      <p:sp>
        <p:nvSpPr>
          <p:cNvPr id="2" name="Textfeld 1"/>
          <p:cNvSpPr txBox="1"/>
          <p:nvPr userDrawn="1"/>
        </p:nvSpPr>
        <p:spPr bwMode="gray">
          <a:xfrm>
            <a:off x="2555913" y="969484"/>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dirty="0" err="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10">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4" name="Textplatzhalter 3"/>
          <p:cNvSpPr>
            <a:spLocks noGrp="1"/>
          </p:cNvSpPr>
          <p:nvPr>
            <p:ph type="body" sz="quarter" idx="19" hasCustomPrompt="1"/>
          </p:nvPr>
        </p:nvSpPr>
        <p:spPr bwMode="gray">
          <a:xfrm>
            <a:off x="540003" y="1640889"/>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5" name="Textplatzhalter 3"/>
          <p:cNvSpPr>
            <a:spLocks noGrp="1"/>
          </p:cNvSpPr>
          <p:nvPr>
            <p:ph type="body" sz="quarter" idx="20" hasCustomPrompt="1"/>
          </p:nvPr>
        </p:nvSpPr>
        <p:spPr bwMode="gray">
          <a:xfrm>
            <a:off x="540003" y="2566283"/>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11" name="Textplatzhalter 3"/>
          <p:cNvSpPr>
            <a:spLocks noGrp="1"/>
          </p:cNvSpPr>
          <p:nvPr>
            <p:ph type="body" sz="quarter" idx="21" hasCustomPrompt="1"/>
          </p:nvPr>
        </p:nvSpPr>
        <p:spPr bwMode="gray">
          <a:xfrm>
            <a:off x="540003" y="3491677"/>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14" name="Textplatzhalter 13"/>
          <p:cNvSpPr>
            <a:spLocks noGrp="1"/>
          </p:cNvSpPr>
          <p:nvPr>
            <p:ph type="body" sz="quarter" idx="22" hasCustomPrompt="1"/>
          </p:nvPr>
        </p:nvSpPr>
        <p:spPr bwMode="gray">
          <a:xfrm rot="5400000">
            <a:off x="1281191" y="1983299"/>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5" name="Textplatzhalter 13"/>
          <p:cNvSpPr>
            <a:spLocks noGrp="1"/>
          </p:cNvSpPr>
          <p:nvPr>
            <p:ph type="body" sz="quarter" idx="23" hasCustomPrompt="1"/>
          </p:nvPr>
        </p:nvSpPr>
        <p:spPr bwMode="gray">
          <a:xfrm rot="5400000">
            <a:off x="1281191" y="2908707"/>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6" name="Textplatzhalter 13"/>
          <p:cNvSpPr>
            <a:spLocks noGrp="1"/>
          </p:cNvSpPr>
          <p:nvPr>
            <p:ph type="body" sz="quarter" idx="24" hasCustomPrompt="1"/>
          </p:nvPr>
        </p:nvSpPr>
        <p:spPr bwMode="gray">
          <a:xfrm rot="5400000">
            <a:off x="1281191" y="3834115"/>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8" name="Textplatzhalter 17"/>
          <p:cNvSpPr>
            <a:spLocks noGrp="1"/>
          </p:cNvSpPr>
          <p:nvPr>
            <p:ph type="body" sz="quarter" idx="25" hasCustomPrompt="1"/>
          </p:nvPr>
        </p:nvSpPr>
        <p:spPr bwMode="gray">
          <a:xfrm>
            <a:off x="1813623" y="1641305"/>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19" name="Textplatzhalter 17"/>
          <p:cNvSpPr>
            <a:spLocks noGrp="1"/>
          </p:cNvSpPr>
          <p:nvPr>
            <p:ph type="body" sz="quarter" idx="26" hasCustomPrompt="1"/>
          </p:nvPr>
        </p:nvSpPr>
        <p:spPr bwMode="gray">
          <a:xfrm>
            <a:off x="1813623" y="2566792"/>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0" name="Textplatzhalter 17"/>
          <p:cNvSpPr>
            <a:spLocks noGrp="1"/>
          </p:cNvSpPr>
          <p:nvPr>
            <p:ph type="body" sz="quarter" idx="27" hasCustomPrompt="1"/>
          </p:nvPr>
        </p:nvSpPr>
        <p:spPr bwMode="gray">
          <a:xfrm>
            <a:off x="1813623" y="3492324"/>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1" name="Textplatzhalter 3"/>
          <p:cNvSpPr>
            <a:spLocks noGrp="1"/>
          </p:cNvSpPr>
          <p:nvPr>
            <p:ph type="body" sz="quarter" idx="28" hasCustomPrompt="1"/>
          </p:nvPr>
        </p:nvSpPr>
        <p:spPr bwMode="gray">
          <a:xfrm>
            <a:off x="6703733" y="1640889"/>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22" name="Textplatzhalter 3"/>
          <p:cNvSpPr>
            <a:spLocks noGrp="1"/>
          </p:cNvSpPr>
          <p:nvPr>
            <p:ph type="body" sz="quarter" idx="29" hasCustomPrompt="1"/>
          </p:nvPr>
        </p:nvSpPr>
        <p:spPr bwMode="gray">
          <a:xfrm>
            <a:off x="6703733" y="2566297"/>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23" name="Textplatzhalter 3"/>
          <p:cNvSpPr>
            <a:spLocks noGrp="1"/>
          </p:cNvSpPr>
          <p:nvPr>
            <p:ph type="body" sz="quarter" idx="30" hasCustomPrompt="1"/>
          </p:nvPr>
        </p:nvSpPr>
        <p:spPr bwMode="gray">
          <a:xfrm>
            <a:off x="6703733" y="3491705"/>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24" name="Textplatzhalter 13"/>
          <p:cNvSpPr>
            <a:spLocks noGrp="1"/>
          </p:cNvSpPr>
          <p:nvPr>
            <p:ph type="body" sz="quarter" idx="31" hasCustomPrompt="1"/>
          </p:nvPr>
        </p:nvSpPr>
        <p:spPr bwMode="gray">
          <a:xfrm rot="5400000">
            <a:off x="7444920" y="1983299"/>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5" name="Textplatzhalter 13"/>
          <p:cNvSpPr>
            <a:spLocks noGrp="1"/>
          </p:cNvSpPr>
          <p:nvPr>
            <p:ph type="body" sz="quarter" idx="32" hasCustomPrompt="1"/>
          </p:nvPr>
        </p:nvSpPr>
        <p:spPr bwMode="gray">
          <a:xfrm rot="5400000">
            <a:off x="7444920" y="2908707"/>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6" name="Textplatzhalter 13"/>
          <p:cNvSpPr>
            <a:spLocks noGrp="1"/>
          </p:cNvSpPr>
          <p:nvPr>
            <p:ph type="body" sz="quarter" idx="33" hasCustomPrompt="1"/>
          </p:nvPr>
        </p:nvSpPr>
        <p:spPr bwMode="gray">
          <a:xfrm rot="5400000">
            <a:off x="7444920" y="3834115"/>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7" name="Textplatzhalter 17"/>
          <p:cNvSpPr>
            <a:spLocks noGrp="1"/>
          </p:cNvSpPr>
          <p:nvPr>
            <p:ph type="body" sz="quarter" idx="34" hasCustomPrompt="1"/>
          </p:nvPr>
        </p:nvSpPr>
        <p:spPr bwMode="gray">
          <a:xfrm>
            <a:off x="7977352" y="1641305"/>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8" name="Textplatzhalter 17"/>
          <p:cNvSpPr>
            <a:spLocks noGrp="1"/>
          </p:cNvSpPr>
          <p:nvPr>
            <p:ph type="body" sz="quarter" idx="35" hasCustomPrompt="1"/>
          </p:nvPr>
        </p:nvSpPr>
        <p:spPr bwMode="gray">
          <a:xfrm>
            <a:off x="7977352" y="2566828"/>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9" name="Textplatzhalter 17"/>
          <p:cNvSpPr>
            <a:spLocks noGrp="1"/>
          </p:cNvSpPr>
          <p:nvPr>
            <p:ph type="body" sz="quarter" idx="36" hasCustomPrompt="1"/>
          </p:nvPr>
        </p:nvSpPr>
        <p:spPr bwMode="gray">
          <a:xfrm>
            <a:off x="7977352" y="3492345"/>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 name="Textplatzhalter 3"/>
          <p:cNvSpPr>
            <a:spLocks noGrp="1"/>
          </p:cNvSpPr>
          <p:nvPr>
            <p:ph type="body" sz="quarter" idx="37" hasCustomPrompt="1"/>
          </p:nvPr>
        </p:nvSpPr>
        <p:spPr bwMode="gray">
          <a:xfrm>
            <a:off x="540003" y="4417071"/>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6" name="Textplatzhalter 13"/>
          <p:cNvSpPr>
            <a:spLocks noGrp="1"/>
          </p:cNvSpPr>
          <p:nvPr>
            <p:ph type="body" sz="quarter" idx="38" hasCustomPrompt="1"/>
          </p:nvPr>
        </p:nvSpPr>
        <p:spPr bwMode="gray">
          <a:xfrm rot="5400000">
            <a:off x="1281191" y="4759523"/>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2" name="Textplatzhalter 17"/>
          <p:cNvSpPr>
            <a:spLocks noGrp="1"/>
          </p:cNvSpPr>
          <p:nvPr>
            <p:ph type="body" sz="quarter" idx="39" hasCustomPrompt="1"/>
          </p:nvPr>
        </p:nvSpPr>
        <p:spPr bwMode="gray">
          <a:xfrm>
            <a:off x="1813623" y="4417862"/>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17" name="Textplatzhalter 3"/>
          <p:cNvSpPr>
            <a:spLocks noGrp="1"/>
          </p:cNvSpPr>
          <p:nvPr>
            <p:ph type="body" sz="quarter" idx="40" hasCustomPrompt="1"/>
          </p:nvPr>
        </p:nvSpPr>
        <p:spPr bwMode="gray">
          <a:xfrm>
            <a:off x="6703733" y="4417113"/>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30" name="Textplatzhalter 13"/>
          <p:cNvSpPr>
            <a:spLocks noGrp="1"/>
          </p:cNvSpPr>
          <p:nvPr>
            <p:ph type="body" sz="quarter" idx="41" hasCustomPrompt="1"/>
          </p:nvPr>
        </p:nvSpPr>
        <p:spPr bwMode="gray">
          <a:xfrm rot="5400000">
            <a:off x="7444920" y="4759523"/>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31" name="Textplatzhalter 17"/>
          <p:cNvSpPr>
            <a:spLocks noGrp="1"/>
          </p:cNvSpPr>
          <p:nvPr>
            <p:ph type="body" sz="quarter" idx="42" hasCustomPrompt="1"/>
          </p:nvPr>
        </p:nvSpPr>
        <p:spPr bwMode="gray">
          <a:xfrm>
            <a:off x="7977352" y="4417874"/>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32" name="Textplatzhalter 3"/>
          <p:cNvSpPr>
            <a:spLocks noGrp="1"/>
          </p:cNvSpPr>
          <p:nvPr>
            <p:ph type="body" sz="quarter" idx="43" hasCustomPrompt="1"/>
          </p:nvPr>
        </p:nvSpPr>
        <p:spPr bwMode="gray">
          <a:xfrm>
            <a:off x="540003" y="5342520"/>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33" name="Textplatzhalter 13"/>
          <p:cNvSpPr>
            <a:spLocks noGrp="1"/>
          </p:cNvSpPr>
          <p:nvPr>
            <p:ph type="body" sz="quarter" idx="44" hasCustomPrompt="1"/>
          </p:nvPr>
        </p:nvSpPr>
        <p:spPr bwMode="gray">
          <a:xfrm rot="5400000">
            <a:off x="1281191" y="5684930"/>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34" name="Textplatzhalter 17"/>
          <p:cNvSpPr>
            <a:spLocks noGrp="1"/>
          </p:cNvSpPr>
          <p:nvPr>
            <p:ph type="body" sz="quarter" idx="45" hasCustomPrompt="1"/>
          </p:nvPr>
        </p:nvSpPr>
        <p:spPr bwMode="gray">
          <a:xfrm>
            <a:off x="1813623" y="5342936"/>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35" name="Textplatzhalter 3"/>
          <p:cNvSpPr>
            <a:spLocks noGrp="1"/>
          </p:cNvSpPr>
          <p:nvPr>
            <p:ph type="body" sz="quarter" idx="46" hasCustomPrompt="1"/>
          </p:nvPr>
        </p:nvSpPr>
        <p:spPr bwMode="gray">
          <a:xfrm>
            <a:off x="6703733" y="5342520"/>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36" name="Textplatzhalter 13"/>
          <p:cNvSpPr>
            <a:spLocks noGrp="1"/>
          </p:cNvSpPr>
          <p:nvPr>
            <p:ph type="body" sz="quarter" idx="47" hasCustomPrompt="1"/>
          </p:nvPr>
        </p:nvSpPr>
        <p:spPr bwMode="gray">
          <a:xfrm rot="5400000">
            <a:off x="7444920" y="5684930"/>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37" name="Textplatzhalter 17"/>
          <p:cNvSpPr>
            <a:spLocks noGrp="1"/>
          </p:cNvSpPr>
          <p:nvPr>
            <p:ph type="body" sz="quarter" idx="48" hasCustomPrompt="1"/>
          </p:nvPr>
        </p:nvSpPr>
        <p:spPr bwMode="gray">
          <a:xfrm>
            <a:off x="7977352" y="5343398"/>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3"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0"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asis">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6"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2 Basis_1HL">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5"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echteck 5"/>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1"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3_Basis_ohneFusszeile">
    <p:spTree>
      <p:nvGrpSpPr>
        <p:cNvPr id="1" name=""/>
        <p:cNvGrpSpPr/>
        <p:nvPr/>
      </p:nvGrpSpPr>
      <p:grpSpPr>
        <a:xfrm>
          <a:off x="0" y="0"/>
          <a:ext cx="0" cy="0"/>
          <a:chOff x="0" y="0"/>
          <a:chExt cx="0" cy="0"/>
        </a:xfrm>
      </p:grpSpPr>
      <p:sp>
        <p:nvSpPr>
          <p:cNvPr id="3"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7"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
        <p:nvSpPr>
          <p:cNvPr id="5"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Spalte Inhalt_1HL">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cxnSp>
        <p:nvCxnSpPr>
          <p:cNvPr id="2"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Rechteck 2"/>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4 Basis 1HL_ohneFusszeile">
    <p:spTree>
      <p:nvGrpSpPr>
        <p:cNvPr id="1" name=""/>
        <p:cNvGrpSpPr/>
        <p:nvPr/>
      </p:nvGrpSpPr>
      <p:grpSpPr>
        <a:xfrm>
          <a:off x="0" y="0"/>
          <a:ext cx="0" cy="0"/>
          <a:chOff x="0" y="0"/>
          <a:chExt cx="0" cy="0"/>
        </a:xfrm>
      </p:grpSpPr>
      <p:sp>
        <p:nvSpPr>
          <p:cNvPr id="6"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Rechteck 2"/>
          <p:cNvSpPr/>
          <p:nvPr userDrawn="1"/>
        </p:nvSpPr>
        <p:spPr bwMode="gray">
          <a:xfrm>
            <a:off x="400693" y="1191802"/>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cxnSp>
        <p:nvCxnSpPr>
          <p:cNvPr id="8"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
        <p:nvSpPr>
          <p:cNvPr id="7"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9"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10"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Spalten Inhal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6252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5"/>
          <p:cNvSpPr>
            <a:spLocks noGrp="1"/>
          </p:cNvSpPr>
          <p:nvPr>
            <p:ph type="body" sz="quarter" idx="19"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 Zita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6276000" y="1343027"/>
            <a:ext cx="5916000" cy="4965521"/>
          </a:xfrm>
          <a:prstGeom prst="roundRect">
            <a:avLst>
              <a:gd name="adj" fmla="val 9301"/>
            </a:avLst>
          </a:prstGeom>
          <a:solidFill>
            <a:schemeClr val="accent1"/>
          </a:solidFill>
        </p:spPr>
        <p:txBody>
          <a:bodyPr wrap="square" lIns="720000" tIns="360000" rIns="720000" bIns="360000" anchor="ctr" anchorCtr="0">
            <a:noAutofit/>
          </a:bodyPr>
          <a:lstStyle>
            <a:lvl1pPr marL="0" indent="0">
              <a:lnSpc>
                <a:spcPct val="90000"/>
              </a:lnSpc>
              <a:buNone/>
              <a:defRPr sz="2800" b="1">
                <a:solidFill>
                  <a:schemeClr val="bg1"/>
                </a:solidFill>
              </a:defRPr>
            </a:lvl1pPr>
          </a:lstStyle>
          <a:p>
            <a:pPr lvl="0"/>
            <a:r>
              <a:rPr lang="de-DE" dirty="0"/>
              <a:t>Mastertextformat bearbeiten</a:t>
            </a:r>
          </a:p>
        </p:txBody>
      </p:sp>
      <p:sp>
        <p:nvSpPr>
          <p:cNvPr id="4" name="Textplatzhalter 5"/>
          <p:cNvSpPr>
            <a:spLocks noGrp="1"/>
          </p:cNvSpPr>
          <p:nvPr>
            <p:ph type="body" sz="quarter" idx="19" hasCustomPrompt="1"/>
          </p:nvPr>
        </p:nvSpPr>
        <p:spPr bwMode="gray">
          <a:xfrm>
            <a:off x="540002" y="6020548"/>
            <a:ext cx="5400001"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Spalten Inhal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4332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5"/>
          <p:cNvSpPr>
            <a:spLocks noGrp="1"/>
          </p:cNvSpPr>
          <p:nvPr>
            <p:ph sz="quarter" idx="19" hasCustomPrompt="1"/>
          </p:nvPr>
        </p:nvSpPr>
        <p:spPr bwMode="gray">
          <a:xfrm>
            <a:off x="8124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5"/>
          <p:cNvSpPr>
            <a:spLocks noGrp="1"/>
          </p:cNvSpPr>
          <p:nvPr>
            <p:ph type="body" sz="quarter" idx="20"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0"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Spalten Inhalt 1/3">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4" y="1728000"/>
            <a:ext cx="7320001"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8124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5"/>
          <p:cNvSpPr>
            <a:spLocks noGrp="1"/>
          </p:cNvSpPr>
          <p:nvPr>
            <p:ph type="body" sz="quarter" idx="20"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Spalten/2 Zeilen Inhalt ">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5400000" cy="23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6252000" y="1728000"/>
            <a:ext cx="5400000" cy="23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5"/>
          <p:cNvSpPr>
            <a:spLocks noGrp="1"/>
          </p:cNvSpPr>
          <p:nvPr>
            <p:ph type="body" sz="quarter" idx="19"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10" name="Inhaltsplatzhalter 5"/>
          <p:cNvSpPr>
            <a:spLocks noGrp="1"/>
          </p:cNvSpPr>
          <p:nvPr>
            <p:ph sz="quarter" idx="21" hasCustomPrompt="1"/>
          </p:nvPr>
        </p:nvSpPr>
        <p:spPr bwMode="gray">
          <a:xfrm>
            <a:off x="540000" y="4346081"/>
            <a:ext cx="5400000" cy="1521925"/>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algn="ctr">
              <a:defRPr/>
            </a:lvl1pPr>
            <a:lvl2pPr algn="ctr">
              <a:defRPr/>
            </a:lvl2pPr>
            <a:lvl3pPr algn="ctr">
              <a:defRPr/>
            </a:lvl3pPr>
            <a:lvl4pPr algn="ctr">
              <a:defRPr/>
            </a:lvl4pPr>
            <a:lvl5pPr algn="ctr">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Inhaltsplatzhalter 5"/>
          <p:cNvSpPr>
            <a:spLocks noGrp="1"/>
          </p:cNvSpPr>
          <p:nvPr>
            <p:ph sz="quarter" idx="22" hasCustomPrompt="1"/>
          </p:nvPr>
        </p:nvSpPr>
        <p:spPr bwMode="gray">
          <a:xfrm>
            <a:off x="6252000" y="4346081"/>
            <a:ext cx="5400000" cy="1521925"/>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algn="ctr">
              <a:defRPr/>
            </a:lvl1pPr>
            <a:lvl2pPr algn="ctr">
              <a:defRPr/>
            </a:lvl2pPr>
            <a:lvl3pPr algn="ctr">
              <a:defRPr/>
            </a:lvl3pPr>
            <a:lvl4pPr algn="ctr">
              <a:defRPr/>
            </a:lvl4pPr>
            <a:lvl5pPr algn="ctr">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 Inhalt + Bild">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2" y="6020548"/>
            <a:ext cx="11112001"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2" y="1728000"/>
            <a:ext cx="7320001"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8124000" y="1341679"/>
            <a:ext cx="4068000" cy="4526327"/>
          </a:xfrm>
          <a:prstGeom prst="round2DiagRect">
            <a:avLst>
              <a:gd name="adj1" fmla="val 11048"/>
              <a:gd name="adj2" fmla="val 0"/>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2" name="Textplatzhalter 11"/>
          <p:cNvSpPr>
            <a:spLocks noGrp="1"/>
          </p:cNvSpPr>
          <p:nvPr>
            <p:ph type="body" sz="quarter" idx="19" hasCustomPrompt="1"/>
          </p:nvPr>
        </p:nvSpPr>
        <p:spPr bwMode="gray">
          <a:xfrm>
            <a:off x="8124001" y="5183307"/>
            <a:ext cx="4068000" cy="684694"/>
          </a:xfrm>
          <a:solidFill>
            <a:schemeClr val="bg1">
              <a:alpha val="62772"/>
            </a:schemeClr>
          </a:solidFill>
        </p:spPr>
        <p:txBody>
          <a:bodyPr wrap="square" lIns="180000" tIns="180000" rIns="180000" bIns="180000" anchor="b" anchorCtr="0">
            <a:spAutoFit/>
          </a:bodyPr>
          <a:lstStyle>
            <a:lvl1pPr marL="0" indent="0">
              <a:buNone/>
              <a:defRPr b="1">
                <a:solidFill>
                  <a:schemeClr val="tx1"/>
                </a:solidFill>
              </a:defRPr>
            </a:lvl1pPr>
            <a:lvl2pPr marL="450215" indent="0">
              <a:buNone/>
              <a:defRPr/>
            </a:lvl2pPr>
          </a:lstStyle>
          <a:p>
            <a:pPr lvl="0"/>
            <a:r>
              <a:rPr lang="de-DE" dirty="0"/>
              <a:t>Bildbeschreibung</a:t>
            </a:r>
          </a:p>
        </p:txBody>
      </p:sp>
      <p:sp>
        <p:nvSpPr>
          <p:cNvPr id="11"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B Inhalt + Bild">
    <p:spTree>
      <p:nvGrpSpPr>
        <p:cNvPr id="1" name=""/>
        <p:cNvGrpSpPr/>
        <p:nvPr/>
      </p:nvGrpSpPr>
      <p:grpSpPr>
        <a:xfrm>
          <a:off x="0" y="0"/>
          <a:ext cx="0" cy="0"/>
          <a:chOff x="0" y="0"/>
          <a:chExt cx="0" cy="0"/>
        </a:xfrm>
      </p:grpSpPr>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4" y="0"/>
            <a:ext cx="5940001" cy="6858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6"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 Inhalt + Bild">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6"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B Inhalt + Bild">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1" y="1728000"/>
            <a:ext cx="3233779"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760399" y="1728000"/>
            <a:ext cx="4891604"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3" name="Bildplatzhalter 4"/>
          <p:cNvSpPr>
            <a:spLocks noGrp="1" noChangeAspect="1"/>
          </p:cNvSpPr>
          <p:nvPr>
            <p:ph type="pic" sz="quarter" idx="19" hasCustomPrompt="1"/>
          </p:nvPr>
        </p:nvSpPr>
        <p:spPr bwMode="gray">
          <a:xfrm>
            <a:off x="3941171" y="1728000"/>
            <a:ext cx="2651839"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6"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2"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 Inhalt + Bild_1HL">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cxnSp>
        <p:nvCxnSpPr>
          <p:cNvPr id="3"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echteck 5"/>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B Inhalt + Bild_ohneFusszeile">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2"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7"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
        <p:nvSpPr>
          <p:cNvPr id="8"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9"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11"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 Inhalt + Bilder">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513" y="6020548"/>
            <a:ext cx="11110939" cy="288000"/>
          </a:xfrm>
        </p:spPr>
        <p:txBody>
          <a:bodyPr anchor="b"/>
          <a:lstStyle>
            <a:lvl1pPr marL="0" indent="0">
              <a:spcAft>
                <a:spcPts val="400"/>
              </a:spcAft>
              <a:buNone/>
              <a:defRPr sz="1000"/>
            </a:lvl1pPr>
          </a:lstStyle>
          <a:p>
            <a:pPr lvl="0"/>
            <a:r>
              <a:rPr lang="de-DE" dirty="0"/>
              <a:t>Quellen:</a:t>
            </a:r>
          </a:p>
        </p:txBody>
      </p:sp>
      <p:sp>
        <p:nvSpPr>
          <p:cNvPr id="4" name="Bildplatzhalter 3"/>
          <p:cNvSpPr>
            <a:spLocks noGrp="1" noChangeAspect="1"/>
          </p:cNvSpPr>
          <p:nvPr>
            <p:ph type="pic" sz="quarter" idx="10" hasCustomPrompt="1"/>
          </p:nvPr>
        </p:nvSpPr>
        <p:spPr bwMode="gray">
          <a:xfrm>
            <a:off x="0" y="1727999"/>
            <a:ext cx="3936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Bildplatzhalter 4"/>
          <p:cNvSpPr>
            <a:spLocks noGrp="1" noChangeAspect="1"/>
          </p:cNvSpPr>
          <p:nvPr>
            <p:ph type="pic" sz="quarter" idx="19" hasCustomPrompt="1"/>
          </p:nvPr>
        </p:nvSpPr>
        <p:spPr bwMode="gray">
          <a:xfrm>
            <a:off x="4128000" y="1727999"/>
            <a:ext cx="3936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6" name="Bildplatzhalter 5"/>
          <p:cNvSpPr>
            <a:spLocks noGrp="1" noChangeAspect="1"/>
          </p:cNvSpPr>
          <p:nvPr>
            <p:ph type="pic" sz="quarter" idx="20" hasCustomPrompt="1"/>
          </p:nvPr>
        </p:nvSpPr>
        <p:spPr bwMode="gray">
          <a:xfrm>
            <a:off x="8256000" y="1727999"/>
            <a:ext cx="3936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0" name="Inhaltsplatzhalter 9"/>
          <p:cNvSpPr>
            <a:spLocks noGrp="1"/>
          </p:cNvSpPr>
          <p:nvPr>
            <p:ph sz="quarter" idx="17" hasCustomPrompt="1"/>
          </p:nvPr>
        </p:nvSpPr>
        <p:spPr bwMode="gray">
          <a:xfrm>
            <a:off x="540000" y="4722296"/>
            <a:ext cx="11112000" cy="1145704"/>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marL="0" indent="0" algn="ctr">
              <a:buNone/>
              <a:defRPr/>
            </a:lvl1pPr>
            <a:lvl2pPr algn="ctr">
              <a:defRPr/>
            </a:lvl2pPr>
            <a:lvl3pPr algn="ctr">
              <a:defRPr/>
            </a:lvl3pPr>
            <a:lvl4pPr algn="ctr">
              <a:defRPr/>
            </a:lvl4pPr>
            <a:lvl5pPr algn="ctr">
              <a:defRPr/>
            </a:lvl5pPr>
          </a:lstStyle>
          <a:p>
            <a:pPr lvl="0"/>
            <a:r>
              <a:rPr lang="de-DE" dirty="0"/>
              <a:t>Mastertextformat bearbeiten</a:t>
            </a:r>
          </a:p>
        </p:txBody>
      </p:sp>
      <p:sp>
        <p:nvSpPr>
          <p:cNvPr id="12" name="Rectangle 23"/>
          <p:cNvSpPr/>
          <p:nvPr userDrawn="1"/>
        </p:nvSpPr>
        <p:spPr bwMode="gray">
          <a:xfrm>
            <a:off x="538166" y="4232201"/>
            <a:ext cx="11117263" cy="2657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1"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 Inhalt + Bild">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4" name="Bildplatzhalter 3"/>
          <p:cNvSpPr>
            <a:spLocks noGrp="1" noChangeAspect="1"/>
          </p:cNvSpPr>
          <p:nvPr>
            <p:ph type="pic" sz="quarter" idx="10" hasCustomPrompt="1"/>
          </p:nvPr>
        </p:nvSpPr>
        <p:spPr bwMode="gray">
          <a:xfrm>
            <a:off x="0" y="1727999"/>
            <a:ext cx="12192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2" name="Rectangle 23"/>
          <p:cNvSpPr/>
          <p:nvPr userDrawn="1"/>
        </p:nvSpPr>
        <p:spPr bwMode="gray">
          <a:xfrm>
            <a:off x="540004" y="4232201"/>
            <a:ext cx="11115425" cy="2657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
        <p:nvSpPr>
          <p:cNvPr id="11" name="Inhaltsplatzhalter 9"/>
          <p:cNvSpPr>
            <a:spLocks noGrp="1"/>
          </p:cNvSpPr>
          <p:nvPr>
            <p:ph sz="quarter" idx="17" hasCustomPrompt="1"/>
          </p:nvPr>
        </p:nvSpPr>
        <p:spPr bwMode="gray">
          <a:xfrm>
            <a:off x="540000" y="4722296"/>
            <a:ext cx="11112000" cy="1145704"/>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marL="0" indent="0" algn="ctr">
              <a:buNone/>
              <a:defRPr/>
            </a:lvl1pPr>
            <a:lvl2pPr algn="ctr">
              <a:defRPr/>
            </a:lvl2pPr>
            <a:lvl3pPr algn="ctr">
              <a:defRPr/>
            </a:lvl3pPr>
            <a:lvl4pPr algn="ctr">
              <a:defRPr/>
            </a:lvl4pPr>
            <a:lvl5pPr algn="ctr">
              <a:defRPr/>
            </a:lvl5pPr>
          </a:lstStyle>
          <a:p>
            <a:pPr lvl="0"/>
            <a:r>
              <a:rPr lang="de-DE" dirty="0"/>
              <a:t>Mastertextformat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 Inhalt + Bild">
    <p:spTree>
      <p:nvGrpSpPr>
        <p:cNvPr id="1" name=""/>
        <p:cNvGrpSpPr/>
        <p:nvPr/>
      </p:nvGrpSpPr>
      <p:grpSpPr>
        <a:xfrm>
          <a:off x="0" y="0"/>
          <a:ext cx="0" cy="0"/>
          <a:chOff x="0" y="0"/>
          <a:chExt cx="0" cy="0"/>
        </a:xfrm>
      </p:grpSpPr>
      <p:sp>
        <p:nvSpPr>
          <p:cNvPr id="10" name="Inhaltsplatzhalter 9"/>
          <p:cNvSpPr>
            <a:spLocks noGrp="1"/>
          </p:cNvSpPr>
          <p:nvPr>
            <p:ph sz="quarter" idx="17" hasCustomPrompt="1"/>
          </p:nvPr>
        </p:nvSpPr>
        <p:spPr bwMode="gray">
          <a:xfrm>
            <a:off x="540000" y="5184405"/>
            <a:ext cx="11112000" cy="1145704"/>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chor="ctr" anchorCtr="0">
            <a:noAutofit/>
          </a:bodyPr>
          <a:lstStyle>
            <a:lvl1pPr marL="0" indent="0" algn="ctr">
              <a:buNone/>
              <a:defRPr/>
            </a:lvl1pPr>
            <a:lvl2pPr algn="ctr">
              <a:defRPr/>
            </a:lvl2pPr>
            <a:lvl3pPr algn="ctr">
              <a:defRPr/>
            </a:lvl3pPr>
            <a:lvl4pPr algn="ctr">
              <a:defRPr/>
            </a:lvl4pPr>
            <a:lvl5pPr algn="ctr">
              <a:defRPr/>
            </a:lvl5pPr>
          </a:lstStyle>
          <a:p>
            <a:pPr lvl="0"/>
            <a:r>
              <a:rPr lang="de-DE" dirty="0"/>
              <a:t>Mastertextformat bearbeiten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4" name="Bildplatzhalter 3"/>
          <p:cNvSpPr>
            <a:spLocks noGrp="1" noChangeAspect="1"/>
          </p:cNvSpPr>
          <p:nvPr>
            <p:ph type="pic" sz="quarter" idx="10" hasCustomPrompt="1"/>
          </p:nvPr>
        </p:nvSpPr>
        <p:spPr bwMode="gray">
          <a:xfrm>
            <a:off x="0" y="1727999"/>
            <a:ext cx="12192000" cy="3376886"/>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2" name="Rectangle 23"/>
          <p:cNvSpPr/>
          <p:nvPr userDrawn="1"/>
        </p:nvSpPr>
        <p:spPr bwMode="gray">
          <a:xfrm>
            <a:off x="540004" y="4839185"/>
            <a:ext cx="11115425" cy="2657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1"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E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1728000"/>
            <a:ext cx="1219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10"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5" name="Textplatzhalter 4"/>
          <p:cNvSpPr>
            <a:spLocks noGrp="1"/>
          </p:cNvSpPr>
          <p:nvPr>
            <p:ph type="body" sz="quarter" idx="19" hasCustomPrompt="1"/>
          </p:nvPr>
        </p:nvSpPr>
        <p:spPr bwMode="gray">
          <a:xfrm>
            <a:off x="8302020" y="1859104"/>
            <a:ext cx="3349981" cy="3877792"/>
          </a:xfrm>
          <a:prstGeom prst="roundRect">
            <a:avLst>
              <a:gd name="adj" fmla="val 6772"/>
            </a:avLst>
          </a:prstGeom>
          <a:solidFill>
            <a:schemeClr val="accent1">
              <a:alpha val="90000"/>
            </a:schemeClr>
          </a:solidFill>
        </p:spPr>
        <p:txBody>
          <a:bodyPr lIns="288000" tIns="288000" rIns="288000" bIns="288000"/>
          <a:lstStyle>
            <a:lvl1pPr>
              <a:buClr>
                <a:schemeClr val="bg1"/>
              </a:buCl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0"/>
            <a:ext cx="12192000" cy="5868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10"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5" name="Textplatzhalter 4"/>
          <p:cNvSpPr>
            <a:spLocks noGrp="1"/>
          </p:cNvSpPr>
          <p:nvPr>
            <p:ph type="body" sz="quarter" idx="19" hasCustomPrompt="1"/>
          </p:nvPr>
        </p:nvSpPr>
        <p:spPr bwMode="gray">
          <a:xfrm>
            <a:off x="8302020" y="1859104"/>
            <a:ext cx="3349981" cy="3877792"/>
          </a:xfrm>
          <a:prstGeom prst="roundRect">
            <a:avLst>
              <a:gd name="adj" fmla="val 6772"/>
            </a:avLst>
          </a:prstGeom>
          <a:solidFill>
            <a:schemeClr val="accent1">
              <a:alpha val="90000"/>
            </a:schemeClr>
          </a:solidFill>
        </p:spPr>
        <p:txBody>
          <a:bodyPr lIns="288000" tIns="288000" rIns="288000" bIns="288000"/>
          <a:lstStyle>
            <a:lvl1pPr>
              <a:buClr>
                <a:schemeClr val="bg1"/>
              </a:buCl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feld 2"/>
          <p:cNvSpPr txBox="1"/>
          <p:nvPr userDrawn="1"/>
        </p:nvSpPr>
        <p:spPr bwMode="gray">
          <a:xfrm>
            <a:off x="9575515" y="688369"/>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E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0"/>
            <a:ext cx="12192000" cy="6858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Textplatzhalter 4"/>
          <p:cNvSpPr>
            <a:spLocks noGrp="1"/>
          </p:cNvSpPr>
          <p:nvPr>
            <p:ph type="body" sz="quarter" idx="19" hasCustomPrompt="1"/>
          </p:nvPr>
        </p:nvSpPr>
        <p:spPr bwMode="gray">
          <a:xfrm>
            <a:off x="8302020" y="1859104"/>
            <a:ext cx="3349981" cy="3877792"/>
          </a:xfrm>
          <a:prstGeom prst="roundRect">
            <a:avLst>
              <a:gd name="adj" fmla="val 6772"/>
            </a:avLst>
          </a:prstGeom>
          <a:solidFill>
            <a:schemeClr val="accent1">
              <a:alpha val="90000"/>
            </a:schemeClr>
          </a:solidFill>
        </p:spPr>
        <p:txBody>
          <a:bodyPr lIns="288000" tIns="288000" rIns="288000" bIns="288000"/>
          <a:lstStyle>
            <a:lvl1pPr>
              <a:buClr>
                <a:schemeClr val="bg1"/>
              </a:buCl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feld 2"/>
          <p:cNvSpPr txBox="1"/>
          <p:nvPr userDrawn="1"/>
        </p:nvSpPr>
        <p:spPr bwMode="gray">
          <a:xfrm>
            <a:off x="9575515" y="688369"/>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6"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7"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8"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1728000"/>
            <a:ext cx="1219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10"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5" name="Textplatzhalter 4"/>
          <p:cNvSpPr>
            <a:spLocks noGrp="1"/>
          </p:cNvSpPr>
          <p:nvPr>
            <p:ph type="body" sz="quarter" idx="19" hasCustomPrompt="1"/>
          </p:nvPr>
        </p:nvSpPr>
        <p:spPr bwMode="gray">
          <a:xfrm>
            <a:off x="8302020" y="1840230"/>
            <a:ext cx="3349981" cy="3896666"/>
          </a:xfrm>
          <a:prstGeom prst="roundRect">
            <a:avLst>
              <a:gd name="adj" fmla="val 9502"/>
            </a:avLst>
          </a:prstGeom>
          <a:solidFill>
            <a:schemeClr val="bg1">
              <a:alpha val="90000"/>
            </a:schemeClr>
          </a:solidFill>
        </p:spPr>
        <p:txBody>
          <a:bodyPr lIns="288000" tIns="288000" rIns="288000" bIns="288000"/>
          <a:lstStyle>
            <a:lvl1pPr>
              <a:buClr>
                <a:schemeClr val="accent1"/>
              </a:buClr>
              <a:defRPr sz="16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 Inhalt + Bild">
    <p:spTree>
      <p:nvGrpSpPr>
        <p:cNvPr id="1" name=""/>
        <p:cNvGrpSpPr/>
        <p:nvPr/>
      </p:nvGrpSpPr>
      <p:grpSpPr>
        <a:xfrm>
          <a:off x="0" y="0"/>
          <a:ext cx="0" cy="0"/>
          <a:chOff x="0" y="0"/>
          <a:chExt cx="0" cy="0"/>
        </a:xfrm>
      </p:grpSpPr>
      <p:sp>
        <p:nvSpPr>
          <p:cNvPr id="5" name="Rechteck 4"/>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11" name="Bildplatzhalter 3"/>
          <p:cNvSpPr>
            <a:spLocks noGrp="1"/>
          </p:cNvSpPr>
          <p:nvPr>
            <p:ph type="pic" sz="quarter" idx="19" hasCustomPrompt="1"/>
          </p:nvPr>
        </p:nvSpPr>
        <p:spPr bwMode="gray">
          <a:xfrm>
            <a:off x="6252000" y="1287552"/>
            <a:ext cx="5400000" cy="2160000"/>
          </a:xfrm>
          <a:prstGeom prst="roundRect">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4" name="Bildplatzhalter 3"/>
          <p:cNvSpPr>
            <a:spLocks noGrp="1"/>
          </p:cNvSpPr>
          <p:nvPr>
            <p:ph type="pic" sz="quarter" idx="20" hasCustomPrompt="1"/>
          </p:nvPr>
        </p:nvSpPr>
        <p:spPr bwMode="gray">
          <a:xfrm>
            <a:off x="6252000" y="3708000"/>
            <a:ext cx="5400000" cy="2160000"/>
          </a:xfrm>
          <a:prstGeom prst="roundRect">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4" name="Bildplatzhalter 3"/>
          <p:cNvSpPr>
            <a:spLocks noGrp="1" noChangeAspect="1"/>
          </p:cNvSpPr>
          <p:nvPr>
            <p:ph type="pic" sz="quarter" idx="10" hasCustomPrompt="1"/>
          </p:nvPr>
        </p:nvSpPr>
        <p:spPr bwMode="gray">
          <a:xfrm>
            <a:off x="540000" y="1255589"/>
            <a:ext cx="5400000" cy="4580444"/>
          </a:xfrm>
          <a:prstGeom prst="roundRect">
            <a:avLst>
              <a:gd name="adj" fmla="val 7684"/>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7" name="Textplatzhalter 11"/>
          <p:cNvSpPr>
            <a:spLocks noGrp="1"/>
          </p:cNvSpPr>
          <p:nvPr>
            <p:ph type="body" sz="quarter" idx="21" hasCustomPrompt="1"/>
          </p:nvPr>
        </p:nvSpPr>
        <p:spPr bwMode="gray">
          <a:xfrm>
            <a:off x="540000" y="5183308"/>
            <a:ext cx="5400000" cy="684694"/>
          </a:xfrm>
          <a:solidFill>
            <a:schemeClr val="bg1">
              <a:alpha val="90000"/>
            </a:schemeClr>
          </a:solidFill>
        </p:spPr>
        <p:txBody>
          <a:bodyPr wrap="square" lIns="180000" tIns="180000" rIns="180000" bIns="180000" anchor="b" anchorCtr="0">
            <a:spAutoFit/>
          </a:bodyPr>
          <a:lstStyle>
            <a:lvl1pPr marL="0" indent="0">
              <a:buNone/>
              <a:defRPr b="1">
                <a:solidFill>
                  <a:schemeClr val="tx1"/>
                </a:solidFill>
              </a:defRPr>
            </a:lvl1pPr>
            <a:lvl2pPr marL="450215" indent="0">
              <a:buNone/>
              <a:defRPr/>
            </a:lvl2pPr>
          </a:lstStyle>
          <a:p>
            <a:pPr lvl="0"/>
            <a:r>
              <a:rPr lang="de-DE" dirty="0"/>
              <a:t>Bildbeschreibung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alken + Inhal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5" name="Textplatzhalter 17"/>
          <p:cNvSpPr>
            <a:spLocks noGrp="1"/>
          </p:cNvSpPr>
          <p:nvPr>
            <p:ph type="body" sz="quarter" idx="28" hasCustomPrompt="1"/>
          </p:nvPr>
        </p:nvSpPr>
        <p:spPr bwMode="gray">
          <a:xfrm>
            <a:off x="1126997" y="1837821"/>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6" name="Textplatzhalter 13"/>
          <p:cNvSpPr>
            <a:spLocks noGrp="1"/>
          </p:cNvSpPr>
          <p:nvPr>
            <p:ph type="body" sz="quarter" idx="22" hasCustomPrompt="1"/>
          </p:nvPr>
        </p:nvSpPr>
        <p:spPr bwMode="gray">
          <a:xfrm>
            <a:off x="1126997" y="2083134"/>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0" name="Textplatzhalter 17"/>
          <p:cNvSpPr>
            <a:spLocks noGrp="1"/>
          </p:cNvSpPr>
          <p:nvPr>
            <p:ph type="body" sz="quarter" idx="29" hasCustomPrompt="1"/>
          </p:nvPr>
        </p:nvSpPr>
        <p:spPr bwMode="gray">
          <a:xfrm>
            <a:off x="4991367" y="1948277"/>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2" name="Textplatzhalter 17"/>
          <p:cNvSpPr>
            <a:spLocks noGrp="1"/>
          </p:cNvSpPr>
          <p:nvPr>
            <p:ph type="body" sz="quarter" idx="31" hasCustomPrompt="1"/>
          </p:nvPr>
        </p:nvSpPr>
        <p:spPr bwMode="gray">
          <a:xfrm>
            <a:off x="1126997" y="2560565"/>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4" name="Textplatzhalter 13"/>
          <p:cNvSpPr>
            <a:spLocks noGrp="1"/>
          </p:cNvSpPr>
          <p:nvPr>
            <p:ph type="body" sz="quarter" idx="32" hasCustomPrompt="1"/>
          </p:nvPr>
        </p:nvSpPr>
        <p:spPr bwMode="gray">
          <a:xfrm>
            <a:off x="1126997" y="2805878"/>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15" name="Textplatzhalter 17"/>
          <p:cNvSpPr>
            <a:spLocks noGrp="1"/>
          </p:cNvSpPr>
          <p:nvPr>
            <p:ph type="body" sz="quarter" idx="33" hasCustomPrompt="1"/>
          </p:nvPr>
        </p:nvSpPr>
        <p:spPr bwMode="gray">
          <a:xfrm>
            <a:off x="4991367" y="2671021"/>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7" name="Textplatzhalter 17"/>
          <p:cNvSpPr>
            <a:spLocks noGrp="1"/>
          </p:cNvSpPr>
          <p:nvPr>
            <p:ph type="body" sz="quarter" idx="35" hasCustomPrompt="1"/>
          </p:nvPr>
        </p:nvSpPr>
        <p:spPr bwMode="gray">
          <a:xfrm>
            <a:off x="1126997" y="3283309"/>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8" name="Textplatzhalter 13"/>
          <p:cNvSpPr>
            <a:spLocks noGrp="1"/>
          </p:cNvSpPr>
          <p:nvPr>
            <p:ph type="body" sz="quarter" idx="36" hasCustomPrompt="1"/>
          </p:nvPr>
        </p:nvSpPr>
        <p:spPr bwMode="gray">
          <a:xfrm>
            <a:off x="1126997" y="3528622"/>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9" name="Textplatzhalter 17"/>
          <p:cNvSpPr>
            <a:spLocks noGrp="1"/>
          </p:cNvSpPr>
          <p:nvPr>
            <p:ph type="body" sz="quarter" idx="37" hasCustomPrompt="1"/>
          </p:nvPr>
        </p:nvSpPr>
        <p:spPr bwMode="gray">
          <a:xfrm>
            <a:off x="4991367" y="3393765"/>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1" name="Textplatzhalter 17"/>
          <p:cNvSpPr>
            <a:spLocks noGrp="1"/>
          </p:cNvSpPr>
          <p:nvPr>
            <p:ph type="body" sz="quarter" idx="39" hasCustomPrompt="1"/>
          </p:nvPr>
        </p:nvSpPr>
        <p:spPr bwMode="gray">
          <a:xfrm>
            <a:off x="1126997" y="4006053"/>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2" name="Textplatzhalter 13"/>
          <p:cNvSpPr>
            <a:spLocks noGrp="1"/>
          </p:cNvSpPr>
          <p:nvPr>
            <p:ph type="body" sz="quarter" idx="40" hasCustomPrompt="1"/>
          </p:nvPr>
        </p:nvSpPr>
        <p:spPr bwMode="gray">
          <a:xfrm>
            <a:off x="1126997" y="4251366"/>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23" name="Textplatzhalter 17"/>
          <p:cNvSpPr>
            <a:spLocks noGrp="1"/>
          </p:cNvSpPr>
          <p:nvPr>
            <p:ph type="body" sz="quarter" idx="41" hasCustomPrompt="1"/>
          </p:nvPr>
        </p:nvSpPr>
        <p:spPr bwMode="gray">
          <a:xfrm>
            <a:off x="4991367" y="4116509"/>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5" name="Textplatzhalter 17"/>
          <p:cNvSpPr>
            <a:spLocks noGrp="1"/>
          </p:cNvSpPr>
          <p:nvPr>
            <p:ph type="body" sz="quarter" idx="43" hasCustomPrompt="1"/>
          </p:nvPr>
        </p:nvSpPr>
        <p:spPr bwMode="gray">
          <a:xfrm>
            <a:off x="1126997" y="4728797"/>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6" name="Textplatzhalter 13"/>
          <p:cNvSpPr>
            <a:spLocks noGrp="1"/>
          </p:cNvSpPr>
          <p:nvPr>
            <p:ph type="body" sz="quarter" idx="44" hasCustomPrompt="1"/>
          </p:nvPr>
        </p:nvSpPr>
        <p:spPr bwMode="gray">
          <a:xfrm>
            <a:off x="1126997" y="4974110"/>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7" name="Textplatzhalter 17"/>
          <p:cNvSpPr>
            <a:spLocks noGrp="1"/>
          </p:cNvSpPr>
          <p:nvPr>
            <p:ph type="body" sz="quarter" idx="45" hasCustomPrompt="1"/>
          </p:nvPr>
        </p:nvSpPr>
        <p:spPr bwMode="gray">
          <a:xfrm>
            <a:off x="4991367" y="4839253"/>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9" name="Textplatzhalter 17"/>
          <p:cNvSpPr>
            <a:spLocks noGrp="1"/>
          </p:cNvSpPr>
          <p:nvPr>
            <p:ph type="body" sz="quarter" idx="47" hasCustomPrompt="1"/>
          </p:nvPr>
        </p:nvSpPr>
        <p:spPr bwMode="gray">
          <a:xfrm>
            <a:off x="1126997" y="5451543"/>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30" name="Textplatzhalter 13"/>
          <p:cNvSpPr>
            <a:spLocks noGrp="1"/>
          </p:cNvSpPr>
          <p:nvPr>
            <p:ph type="body" sz="quarter" idx="48" hasCustomPrompt="1"/>
          </p:nvPr>
        </p:nvSpPr>
        <p:spPr bwMode="gray">
          <a:xfrm>
            <a:off x="1126997" y="5696856"/>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31" name="Textplatzhalter 17"/>
          <p:cNvSpPr>
            <a:spLocks noGrp="1"/>
          </p:cNvSpPr>
          <p:nvPr>
            <p:ph type="body" sz="quarter" idx="49" hasCustomPrompt="1"/>
          </p:nvPr>
        </p:nvSpPr>
        <p:spPr bwMode="gray">
          <a:xfrm>
            <a:off x="4991367" y="5561999"/>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33" name="Inhaltsplatzhalter 5"/>
          <p:cNvSpPr>
            <a:spLocks noGrp="1"/>
          </p:cNvSpPr>
          <p:nvPr>
            <p:ph sz="quarter" idx="50" hasCustomPrompt="1"/>
          </p:nvPr>
        </p:nvSpPr>
        <p:spPr bwMode="gray">
          <a:xfrm>
            <a:off x="6576000" y="3895883"/>
            <a:ext cx="5076000" cy="1972118"/>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algn="l">
              <a:defRPr/>
            </a:lvl1pPr>
            <a:lvl2pPr algn="l">
              <a:defRPr/>
            </a:lvl2pPr>
            <a:lvl3pPr algn="l">
              <a:defRPr/>
            </a:lvl3pPr>
            <a:lvl4pPr algn="l">
              <a:defRPr/>
            </a:lvl4pPr>
            <a:lvl5pPr algn="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alken + Bild">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6" name="Bildplatzhalter 3"/>
          <p:cNvSpPr>
            <a:spLocks noGrp="1" noChangeAspect="1"/>
          </p:cNvSpPr>
          <p:nvPr>
            <p:ph type="pic" sz="quarter" idx="10" hasCustomPrompt="1"/>
          </p:nvPr>
        </p:nvSpPr>
        <p:spPr bwMode="gray">
          <a:xfrm>
            <a:off x="538167" y="1847527"/>
            <a:ext cx="4183127" cy="3638841"/>
          </a:xfrm>
          <a:prstGeom prst="round2DiagRect">
            <a:avLst>
              <a:gd name="adj1" fmla="val 0"/>
              <a:gd name="adj2" fmla="val 14135"/>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0" name="Textplatzhalter 17"/>
          <p:cNvSpPr>
            <a:spLocks noGrp="1"/>
          </p:cNvSpPr>
          <p:nvPr>
            <p:ph type="body" sz="quarter" idx="28" hasCustomPrompt="1"/>
          </p:nvPr>
        </p:nvSpPr>
        <p:spPr bwMode="gray">
          <a:xfrm>
            <a:off x="5322707" y="2502995"/>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1" name="Textplatzhalter 13"/>
          <p:cNvSpPr>
            <a:spLocks noGrp="1"/>
          </p:cNvSpPr>
          <p:nvPr>
            <p:ph type="body" sz="quarter" idx="22" hasCustomPrompt="1"/>
          </p:nvPr>
        </p:nvSpPr>
        <p:spPr bwMode="gray">
          <a:xfrm>
            <a:off x="5322707" y="2748308"/>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2" name="Textplatzhalter 17"/>
          <p:cNvSpPr>
            <a:spLocks noGrp="1"/>
          </p:cNvSpPr>
          <p:nvPr>
            <p:ph type="body" sz="quarter" idx="29" hasCustomPrompt="1"/>
          </p:nvPr>
        </p:nvSpPr>
        <p:spPr bwMode="gray">
          <a:xfrm>
            <a:off x="10659551" y="2613451"/>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4" name="Textplatzhalter 17"/>
          <p:cNvSpPr>
            <a:spLocks noGrp="1"/>
          </p:cNvSpPr>
          <p:nvPr>
            <p:ph type="body" sz="quarter" idx="31" hasCustomPrompt="1"/>
          </p:nvPr>
        </p:nvSpPr>
        <p:spPr bwMode="gray">
          <a:xfrm>
            <a:off x="5322707" y="3225739"/>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5" name="Textplatzhalter 13"/>
          <p:cNvSpPr>
            <a:spLocks noGrp="1"/>
          </p:cNvSpPr>
          <p:nvPr>
            <p:ph type="body" sz="quarter" idx="32" hasCustomPrompt="1"/>
          </p:nvPr>
        </p:nvSpPr>
        <p:spPr bwMode="gray">
          <a:xfrm>
            <a:off x="5322707" y="3471052"/>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16" name="Textplatzhalter 17"/>
          <p:cNvSpPr>
            <a:spLocks noGrp="1"/>
          </p:cNvSpPr>
          <p:nvPr>
            <p:ph type="body" sz="quarter" idx="33" hasCustomPrompt="1"/>
          </p:nvPr>
        </p:nvSpPr>
        <p:spPr bwMode="gray">
          <a:xfrm>
            <a:off x="10659551" y="3336195"/>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7" name="Textplatzhalter 17"/>
          <p:cNvSpPr>
            <a:spLocks noGrp="1"/>
          </p:cNvSpPr>
          <p:nvPr>
            <p:ph type="body" sz="quarter" idx="35" hasCustomPrompt="1"/>
          </p:nvPr>
        </p:nvSpPr>
        <p:spPr bwMode="gray">
          <a:xfrm>
            <a:off x="5322707" y="3948483"/>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8" name="Textplatzhalter 13"/>
          <p:cNvSpPr>
            <a:spLocks noGrp="1"/>
          </p:cNvSpPr>
          <p:nvPr>
            <p:ph type="body" sz="quarter" idx="36" hasCustomPrompt="1"/>
          </p:nvPr>
        </p:nvSpPr>
        <p:spPr bwMode="gray">
          <a:xfrm>
            <a:off x="5322707" y="4193796"/>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9" name="Textplatzhalter 17"/>
          <p:cNvSpPr>
            <a:spLocks noGrp="1"/>
          </p:cNvSpPr>
          <p:nvPr>
            <p:ph type="body" sz="quarter" idx="37" hasCustomPrompt="1"/>
          </p:nvPr>
        </p:nvSpPr>
        <p:spPr bwMode="gray">
          <a:xfrm>
            <a:off x="10659551" y="4058939"/>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0" name="Textplatzhalter 17"/>
          <p:cNvSpPr>
            <a:spLocks noGrp="1"/>
          </p:cNvSpPr>
          <p:nvPr>
            <p:ph type="body" sz="quarter" idx="39" hasCustomPrompt="1"/>
          </p:nvPr>
        </p:nvSpPr>
        <p:spPr bwMode="gray">
          <a:xfrm>
            <a:off x="5322707" y="4671227"/>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1" name="Textplatzhalter 13"/>
          <p:cNvSpPr>
            <a:spLocks noGrp="1"/>
          </p:cNvSpPr>
          <p:nvPr>
            <p:ph type="body" sz="quarter" idx="40" hasCustomPrompt="1"/>
          </p:nvPr>
        </p:nvSpPr>
        <p:spPr bwMode="gray">
          <a:xfrm>
            <a:off x="5322707" y="4916540"/>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22" name="Textplatzhalter 17"/>
          <p:cNvSpPr>
            <a:spLocks noGrp="1"/>
          </p:cNvSpPr>
          <p:nvPr>
            <p:ph type="body" sz="quarter" idx="41" hasCustomPrompt="1"/>
          </p:nvPr>
        </p:nvSpPr>
        <p:spPr bwMode="gray">
          <a:xfrm>
            <a:off x="10659551" y="4781683"/>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martphone + Text">
    <p:spTree>
      <p:nvGrpSpPr>
        <p:cNvPr id="1" name=""/>
        <p:cNvGrpSpPr/>
        <p:nvPr/>
      </p:nvGrpSpPr>
      <p:grpSpPr>
        <a:xfrm>
          <a:off x="0" y="0"/>
          <a:ext cx="0" cy="0"/>
          <a:chOff x="0" y="0"/>
          <a:chExt cx="0" cy="0"/>
        </a:xfrm>
      </p:grpSpPr>
      <p:sp>
        <p:nvSpPr>
          <p:cNvPr id="10" name="Freeform: Shape 8"/>
          <p:cNvSpPr/>
          <p:nvPr userDrawn="1"/>
        </p:nvSpPr>
        <p:spPr bwMode="gray">
          <a:xfrm>
            <a:off x="5" y="1115120"/>
            <a:ext cx="4994031" cy="4258793"/>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pic>
        <p:nvPicPr>
          <p:cNvPr id="4" name="Grafik 3"/>
          <p:cNvPicPr>
            <a:picLocks noChangeAspect="1"/>
          </p:cNvPicPr>
          <p:nvPr userDrawn="1"/>
        </p:nvPicPr>
        <p:blipFill rotWithShape="1">
          <a:blip r:embed="rId2" cstate="screen"/>
          <a:srcRect l="29347" r="29869"/>
          <a:stretch>
            <a:fillRect/>
          </a:stretch>
        </p:blipFill>
        <p:spPr bwMode="gray">
          <a:xfrm>
            <a:off x="2908271" y="526552"/>
            <a:ext cx="2998856" cy="5612946"/>
          </a:xfrm>
          <a:prstGeom prst="rect">
            <a:avLst/>
          </a:prstGeom>
        </p:spPr>
      </p:pic>
      <p:sp>
        <p:nvSpPr>
          <p:cNvPr id="5" name="Bildplatzhalter 15"/>
          <p:cNvSpPr>
            <a:spLocks noGrp="1"/>
          </p:cNvSpPr>
          <p:nvPr>
            <p:ph type="pic" sz="quarter" idx="19" hasCustomPrompt="1"/>
          </p:nvPr>
        </p:nvSpPr>
        <p:spPr bwMode="gray">
          <a:xfrm>
            <a:off x="3310313" y="1267224"/>
            <a:ext cx="2262659" cy="3950316"/>
          </a:xfrm>
          <a:prstGeom prst="rect">
            <a:avLst/>
          </a:prstGeom>
          <a:solidFill>
            <a:srgbClr val="FAFAFA"/>
          </a:solidFill>
        </p:spPr>
        <p:txBody>
          <a:bodyPr>
            <a:normAutofit/>
          </a:bodyPr>
          <a:lstStyle>
            <a:lvl1pPr marL="0" indent="0">
              <a:buNone/>
              <a:defRPr sz="1400">
                <a:latin typeface="Meta OT" panose="020B0504030101020104" pitchFamily="34" charset="0"/>
              </a:defRPr>
            </a:lvl1pPr>
          </a:lstStyle>
          <a:p>
            <a:r>
              <a:rPr lang="de-DE" dirty="0"/>
              <a:t>Bildplatzhalter:</a:t>
            </a:r>
            <a:br>
              <a:rPr lang="de-DE" dirty="0"/>
            </a:br>
            <a:r>
              <a:rPr lang="de-DE" dirty="0"/>
              <a:t>Bild durch Klicken auf Symbol hinzufügen</a:t>
            </a:r>
          </a:p>
        </p:txBody>
      </p:sp>
      <p:sp>
        <p:nvSpPr>
          <p:cNvPr id="11" name="Textplatzhalter 17"/>
          <p:cNvSpPr>
            <a:spLocks noGrp="1"/>
          </p:cNvSpPr>
          <p:nvPr>
            <p:ph type="body" sz="quarter" idx="25" hasCustomPrompt="1"/>
          </p:nvPr>
        </p:nvSpPr>
        <p:spPr bwMode="gray">
          <a:xfrm>
            <a:off x="540000" y="1984510"/>
            <a:ext cx="2436160" cy="2520000"/>
          </a:xfrm>
        </p:spPr>
        <p:txBody>
          <a:bodyPr anchor="ctr"/>
          <a:lstStyle>
            <a:lvl1pPr marL="0" indent="0">
              <a:lnSpc>
                <a:spcPct val="90000"/>
              </a:lnSpc>
              <a:buNone/>
              <a:defRPr sz="2800" b="1">
                <a:solidFill>
                  <a:schemeClr val="bg1"/>
                </a:solidFill>
              </a:defRPr>
            </a:lvl1pPr>
            <a:lvl2pPr marL="450215" indent="0">
              <a:buNone/>
              <a:defRPr/>
            </a:lvl2pPr>
          </a:lstStyle>
          <a:p>
            <a:pPr lvl="0"/>
            <a:r>
              <a:rPr lang="de-DE" dirty="0"/>
              <a:t>Mastertextformat bearbeiten</a:t>
            </a:r>
          </a:p>
        </p:txBody>
      </p:sp>
      <p:sp>
        <p:nvSpPr>
          <p:cNvPr id="15" name="Textplatzhalter 17"/>
          <p:cNvSpPr>
            <a:spLocks noGrp="1"/>
          </p:cNvSpPr>
          <p:nvPr>
            <p:ph type="body" sz="quarter" idx="26" hasCustomPrompt="1"/>
          </p:nvPr>
        </p:nvSpPr>
        <p:spPr bwMode="gray">
          <a:xfrm>
            <a:off x="7483733" y="1790787"/>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18" name="Textplatzhalter 17"/>
          <p:cNvSpPr>
            <a:spLocks noGrp="1"/>
          </p:cNvSpPr>
          <p:nvPr>
            <p:ph type="body" sz="quarter" idx="28" hasCustomPrompt="1"/>
          </p:nvPr>
        </p:nvSpPr>
        <p:spPr bwMode="gray">
          <a:xfrm>
            <a:off x="7483733" y="2082089"/>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9" name="Textplatzhalter 17"/>
          <p:cNvSpPr>
            <a:spLocks noGrp="1"/>
          </p:cNvSpPr>
          <p:nvPr>
            <p:ph type="body" sz="quarter" idx="29" hasCustomPrompt="1"/>
          </p:nvPr>
        </p:nvSpPr>
        <p:spPr bwMode="gray">
          <a:xfrm>
            <a:off x="7483733" y="3074635"/>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1" name="Textplatzhalter 17"/>
          <p:cNvSpPr>
            <a:spLocks noGrp="1"/>
          </p:cNvSpPr>
          <p:nvPr>
            <p:ph type="body" sz="quarter" idx="31" hasCustomPrompt="1"/>
          </p:nvPr>
        </p:nvSpPr>
        <p:spPr bwMode="gray">
          <a:xfrm>
            <a:off x="7483733" y="3365937"/>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2" name="Textplatzhalter 17"/>
          <p:cNvSpPr>
            <a:spLocks noGrp="1"/>
          </p:cNvSpPr>
          <p:nvPr>
            <p:ph type="body" sz="quarter" idx="32" hasCustomPrompt="1"/>
          </p:nvPr>
        </p:nvSpPr>
        <p:spPr bwMode="gray">
          <a:xfrm>
            <a:off x="7483733" y="4358482"/>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4" name="Textplatzhalter 17"/>
          <p:cNvSpPr>
            <a:spLocks noGrp="1"/>
          </p:cNvSpPr>
          <p:nvPr>
            <p:ph type="body" sz="quarter" idx="34" hasCustomPrompt="1"/>
          </p:nvPr>
        </p:nvSpPr>
        <p:spPr bwMode="gray">
          <a:xfrm>
            <a:off x="7483733" y="4649784"/>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ldschirm + Tex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pic>
        <p:nvPicPr>
          <p:cNvPr id="3" name="Grafik 2" descr="Ein Bild, das Text, Screenshot, Anzeige, Bilderrahmen enthält.&#10;&#10;Automatisch generierte Beschreibung"/>
          <p:cNvPicPr>
            <a:picLocks noChangeAspect="1"/>
          </p:cNvPicPr>
          <p:nvPr userDrawn="1"/>
        </p:nvPicPr>
        <p:blipFill rotWithShape="1">
          <a:blip r:embed="rId2">
            <a:extLst>
              <a:ext uri="{28A0092B-C50C-407E-A947-70E740481C1C}">
                <a14:useLocalDpi xmlns:a14="http://schemas.microsoft.com/office/drawing/2010/main" val="0"/>
              </a:ext>
            </a:extLst>
          </a:blip>
          <a:srcRect l="13335" t="-243" r="-4968" b="243"/>
          <a:stretch>
            <a:fillRect/>
          </a:stretch>
        </p:blipFill>
        <p:spPr bwMode="gray">
          <a:xfrm>
            <a:off x="1" y="903491"/>
            <a:ext cx="5580931" cy="4868535"/>
          </a:xfrm>
          <a:prstGeom prst="rect">
            <a:avLst/>
          </a:prstGeom>
        </p:spPr>
      </p:pic>
      <p:sp>
        <p:nvSpPr>
          <p:cNvPr id="6" name="Bildplatzhalter 5"/>
          <p:cNvSpPr>
            <a:spLocks noGrp="1"/>
          </p:cNvSpPr>
          <p:nvPr>
            <p:ph type="pic" sz="quarter" idx="10" hasCustomPrompt="1"/>
          </p:nvPr>
        </p:nvSpPr>
        <p:spPr bwMode="gray">
          <a:xfrm>
            <a:off x="1" y="1130325"/>
            <a:ext cx="5123731" cy="3263006"/>
          </a:xfrm>
          <a:prstGeom prst="rect">
            <a:avLst/>
          </a:prstGeom>
          <a:solidFill>
            <a:srgbClr val="262626"/>
          </a:solidFill>
        </p:spPr>
        <p:txBody>
          <a:bodyPr>
            <a:normAutofit/>
          </a:bodyPr>
          <a:lstStyle>
            <a:lvl1pPr marL="0" indent="0" algn="ctr">
              <a:buNone/>
              <a:defRPr sz="1400" b="1">
                <a:solidFill>
                  <a:schemeClr val="bg1"/>
                </a:solidFill>
                <a:latin typeface="Meta OT" panose="020B0504030101020104" pitchFamily="34" charset="0"/>
              </a:defRPr>
            </a:lvl1pPr>
          </a:lstStyle>
          <a:p>
            <a:br>
              <a:rPr lang="de-DE" dirty="0"/>
            </a:br>
            <a:r>
              <a:rPr lang="de-DE" dirty="0"/>
              <a:t>Bildplatzhalter:</a:t>
            </a:r>
            <a:br>
              <a:rPr lang="de-DE" dirty="0"/>
            </a:br>
            <a:r>
              <a:rPr lang="de-DE" dirty="0"/>
              <a:t>Bild durch Klicken auf Symbol hinzufügen</a:t>
            </a:r>
          </a:p>
        </p:txBody>
      </p:sp>
      <p:pic>
        <p:nvPicPr>
          <p:cNvPr id="13" name="Grafik 12"/>
          <p:cNvPicPr>
            <a:picLocks noChangeAspect="1"/>
          </p:cNvPicPr>
          <p:nvPr userDrawn="1"/>
        </p:nvPicPr>
        <p:blipFill>
          <a:blip r:embed="rId3" cstate="screen"/>
          <a:stretch>
            <a:fillRect/>
          </a:stretch>
        </p:blipFill>
        <p:spPr bwMode="gray">
          <a:xfrm>
            <a:off x="3010641" y="4374565"/>
            <a:ext cx="1968871" cy="1502904"/>
          </a:xfrm>
          <a:prstGeom prst="rect">
            <a:avLst/>
          </a:prstGeom>
        </p:spPr>
      </p:pic>
      <p:sp>
        <p:nvSpPr>
          <p:cNvPr id="14" name="Bildplatzhalter 29"/>
          <p:cNvSpPr>
            <a:spLocks noGrp="1"/>
          </p:cNvSpPr>
          <p:nvPr>
            <p:ph type="pic" sz="quarter" idx="31" hasCustomPrompt="1"/>
          </p:nvPr>
        </p:nvSpPr>
        <p:spPr bwMode="gray">
          <a:xfrm>
            <a:off x="3690349" y="4567683"/>
            <a:ext cx="617847" cy="1066035"/>
          </a:xfrm>
          <a:prstGeom prst="rect">
            <a:avLst/>
          </a:prstGeom>
          <a:solidFill>
            <a:srgbClr val="FAFAFA"/>
          </a:solidFill>
        </p:spPr>
        <p:txBody>
          <a:bodyPr/>
          <a:lstStyle>
            <a:lvl1pPr marL="0" indent="0">
              <a:buNone/>
              <a:defRPr sz="1400">
                <a:latin typeface="Meta OT" panose="020B0504030101020104" pitchFamily="34" charset="0"/>
              </a:defRPr>
            </a:lvl1pPr>
          </a:lstStyle>
          <a:p>
            <a:r>
              <a:rPr lang="de-DE" dirty="0"/>
              <a:t>Bildplatzhalter</a:t>
            </a:r>
          </a:p>
        </p:txBody>
      </p:sp>
      <p:sp>
        <p:nvSpPr>
          <p:cNvPr id="24" name="Textplatzhalter 17"/>
          <p:cNvSpPr>
            <a:spLocks noGrp="1"/>
          </p:cNvSpPr>
          <p:nvPr>
            <p:ph type="body" sz="quarter" idx="26" hasCustomPrompt="1"/>
          </p:nvPr>
        </p:nvSpPr>
        <p:spPr bwMode="gray">
          <a:xfrm>
            <a:off x="7483733" y="1790787"/>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6" name="Textplatzhalter 17"/>
          <p:cNvSpPr>
            <a:spLocks noGrp="1"/>
          </p:cNvSpPr>
          <p:nvPr>
            <p:ph type="body" sz="quarter" idx="28" hasCustomPrompt="1"/>
          </p:nvPr>
        </p:nvSpPr>
        <p:spPr bwMode="gray">
          <a:xfrm>
            <a:off x="7483733" y="2082089"/>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7" name="Textplatzhalter 17"/>
          <p:cNvSpPr>
            <a:spLocks noGrp="1"/>
          </p:cNvSpPr>
          <p:nvPr>
            <p:ph type="body" sz="quarter" idx="29" hasCustomPrompt="1"/>
          </p:nvPr>
        </p:nvSpPr>
        <p:spPr bwMode="gray">
          <a:xfrm>
            <a:off x="7483733" y="3074635"/>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9" name="Textplatzhalter 17"/>
          <p:cNvSpPr>
            <a:spLocks noGrp="1"/>
          </p:cNvSpPr>
          <p:nvPr>
            <p:ph type="body" sz="quarter" idx="32" hasCustomPrompt="1"/>
          </p:nvPr>
        </p:nvSpPr>
        <p:spPr bwMode="gray">
          <a:xfrm>
            <a:off x="7483733" y="3365937"/>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30" name="Textplatzhalter 17"/>
          <p:cNvSpPr>
            <a:spLocks noGrp="1"/>
          </p:cNvSpPr>
          <p:nvPr>
            <p:ph type="body" sz="quarter" idx="33" hasCustomPrompt="1"/>
          </p:nvPr>
        </p:nvSpPr>
        <p:spPr bwMode="gray">
          <a:xfrm>
            <a:off x="7483733" y="4358482"/>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32" name="Textplatzhalter 17"/>
          <p:cNvSpPr>
            <a:spLocks noGrp="1"/>
          </p:cNvSpPr>
          <p:nvPr>
            <p:ph type="body" sz="quarter" idx="35" hasCustomPrompt="1"/>
          </p:nvPr>
        </p:nvSpPr>
        <p:spPr bwMode="gray">
          <a:xfrm>
            <a:off x="7483733" y="4649784"/>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4" name="Freeform: Shape 8"/>
          <p:cNvSpPr/>
          <p:nvPr userDrawn="1"/>
        </p:nvSpPr>
        <p:spPr bwMode="gray">
          <a:xfrm>
            <a:off x="-754380" y="1728000"/>
            <a:ext cx="5748411" cy="4140000"/>
          </a:xfrm>
          <a:prstGeom prst="roundRect">
            <a:avLst>
              <a:gd name="adj" fmla="val 94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5" name="Textplatzhalter 17"/>
          <p:cNvSpPr>
            <a:spLocks noGrp="1"/>
          </p:cNvSpPr>
          <p:nvPr>
            <p:ph type="body" sz="quarter" idx="25" hasCustomPrompt="1"/>
          </p:nvPr>
        </p:nvSpPr>
        <p:spPr bwMode="gray">
          <a:xfrm>
            <a:off x="540002" y="2416701"/>
            <a:ext cx="2735047" cy="1455502"/>
          </a:xfrm>
        </p:spPr>
        <p:txBody>
          <a:bodyPr anchor="b"/>
          <a:lstStyle>
            <a:lvl1pPr marL="0" indent="0" algn="r">
              <a:lnSpc>
                <a:spcPct val="90000"/>
              </a:lnSpc>
              <a:spcAft>
                <a:spcPts val="0"/>
              </a:spcAft>
              <a:buNone/>
              <a:defRPr sz="2800" b="1">
                <a:solidFill>
                  <a:schemeClr val="bg1"/>
                </a:solidFill>
              </a:defRPr>
            </a:lvl1pPr>
            <a:lvl2pPr marL="450215" indent="0">
              <a:buNone/>
              <a:defRPr/>
            </a:lvl2pPr>
          </a:lstStyle>
          <a:p>
            <a:pPr lvl="0"/>
            <a:r>
              <a:rPr lang="de-DE" dirty="0"/>
              <a:t>Vorname</a:t>
            </a:r>
            <a:br>
              <a:rPr lang="de-DE" dirty="0"/>
            </a:br>
            <a:r>
              <a:rPr lang="de-DE" dirty="0"/>
              <a:t>Name</a:t>
            </a:r>
          </a:p>
        </p:txBody>
      </p:sp>
      <p:sp>
        <p:nvSpPr>
          <p:cNvPr id="6" name="Inhaltsplatzhalter 5"/>
          <p:cNvSpPr>
            <a:spLocks noGrp="1"/>
          </p:cNvSpPr>
          <p:nvPr>
            <p:ph sz="quarter" idx="17" hasCustomPrompt="1"/>
          </p:nvPr>
        </p:nvSpPr>
        <p:spPr bwMode="gray">
          <a:xfrm>
            <a:off x="6612000" y="1728000"/>
            <a:ext cx="504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chor="ctr">
            <a:noAutofit/>
          </a:bodyPr>
          <a:lstStyle>
            <a:lvl1pPr marL="0" indent="0">
              <a:buNone/>
              <a:defRPr/>
            </a:lvl1pPr>
          </a:lstStyle>
          <a:p>
            <a:pPr lvl="0"/>
            <a:r>
              <a:rPr lang="de-DE" dirty="0"/>
              <a:t>Kontaktinformationen</a:t>
            </a:r>
          </a:p>
        </p:txBody>
      </p:sp>
      <p:sp>
        <p:nvSpPr>
          <p:cNvPr id="10" name="Bildplatzhalter 3"/>
          <p:cNvSpPr>
            <a:spLocks noGrp="1" noChangeAspect="1"/>
          </p:cNvSpPr>
          <p:nvPr>
            <p:ph type="pic" sz="quarter" idx="10" hasCustomPrompt="1"/>
          </p:nvPr>
        </p:nvSpPr>
        <p:spPr bwMode="gray">
          <a:xfrm>
            <a:off x="3795096" y="2599067"/>
            <a:ext cx="2397869" cy="2397869"/>
          </a:xfrm>
          <a:prstGeom prst="ellipse">
            <a:avLst/>
          </a:prstGeom>
          <a:solidFill>
            <a:schemeClr val="bg1"/>
          </a:solidFill>
          <a:ln w="63500">
            <a:solidFill>
              <a:schemeClr val="bg1"/>
            </a:solidFill>
          </a:ln>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1" name="Textplatzhalter 17"/>
          <p:cNvSpPr>
            <a:spLocks noGrp="1"/>
          </p:cNvSpPr>
          <p:nvPr>
            <p:ph type="body" sz="quarter" idx="26" hasCustomPrompt="1"/>
          </p:nvPr>
        </p:nvSpPr>
        <p:spPr bwMode="gray">
          <a:xfrm>
            <a:off x="540002" y="4189441"/>
            <a:ext cx="2735047" cy="205157"/>
          </a:xfrm>
        </p:spPr>
        <p:txBody>
          <a:bodyPr anchor="b"/>
          <a:lstStyle>
            <a:lvl1pPr marL="0" indent="0" algn="r">
              <a:lnSpc>
                <a:spcPct val="90000"/>
              </a:lnSpc>
              <a:buNone/>
              <a:defRPr sz="1400" b="0" cap="all" spc="300" baseline="0">
                <a:solidFill>
                  <a:schemeClr val="bg1"/>
                </a:solidFill>
              </a:defRPr>
            </a:lvl1pPr>
            <a:lvl2pPr marL="450215" indent="0">
              <a:buNone/>
              <a:defRPr/>
            </a:lvl2pPr>
          </a:lstStyle>
          <a:p>
            <a:pPr lvl="0"/>
            <a:r>
              <a:rPr lang="de-DE" dirty="0"/>
              <a:t>Position</a:t>
            </a:r>
          </a:p>
        </p:txBody>
      </p:sp>
      <p:cxnSp>
        <p:nvCxnSpPr>
          <p:cNvPr id="20" name="Straight Connector 8"/>
          <p:cNvCxnSpPr/>
          <p:nvPr userDrawn="1"/>
        </p:nvCxnSpPr>
        <p:spPr bwMode="gray">
          <a:xfrm>
            <a:off x="2555045" y="4032256"/>
            <a:ext cx="72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21"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ontakt (hell)">
    <p:spTree>
      <p:nvGrpSpPr>
        <p:cNvPr id="1" name=""/>
        <p:cNvGrpSpPr/>
        <p:nvPr/>
      </p:nvGrpSpPr>
      <p:grpSpPr>
        <a:xfrm>
          <a:off x="0" y="0"/>
          <a:ext cx="0" cy="0"/>
          <a:chOff x="0" y="0"/>
          <a:chExt cx="0" cy="0"/>
        </a:xfrm>
      </p:grpSpPr>
      <p:sp>
        <p:nvSpPr>
          <p:cNvPr id="3" name="Freeform: Shape 8"/>
          <p:cNvSpPr/>
          <p:nvPr userDrawn="1"/>
        </p:nvSpPr>
        <p:spPr bwMode="gray">
          <a:xfrm>
            <a:off x="-754380" y="1728000"/>
            <a:ext cx="5748411" cy="4140000"/>
          </a:xfrm>
          <a:prstGeom prst="roundRect">
            <a:avLst>
              <a:gd name="adj" fmla="val 948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5" name="Textplatzhalter 17"/>
          <p:cNvSpPr>
            <a:spLocks noGrp="1"/>
          </p:cNvSpPr>
          <p:nvPr>
            <p:ph type="body" sz="quarter" idx="25" hasCustomPrompt="1"/>
          </p:nvPr>
        </p:nvSpPr>
        <p:spPr bwMode="gray">
          <a:xfrm>
            <a:off x="540002" y="2416701"/>
            <a:ext cx="2735047" cy="1455502"/>
          </a:xfrm>
        </p:spPr>
        <p:txBody>
          <a:bodyPr anchor="b"/>
          <a:lstStyle>
            <a:lvl1pPr marL="0" indent="0" algn="r">
              <a:lnSpc>
                <a:spcPct val="90000"/>
              </a:lnSpc>
              <a:spcAft>
                <a:spcPts val="0"/>
              </a:spcAft>
              <a:buNone/>
              <a:defRPr sz="2800" b="1">
                <a:solidFill>
                  <a:schemeClr val="tx1"/>
                </a:solidFill>
              </a:defRPr>
            </a:lvl1pPr>
            <a:lvl2pPr marL="450215" indent="0">
              <a:buNone/>
              <a:defRPr/>
            </a:lvl2pPr>
          </a:lstStyle>
          <a:p>
            <a:pPr lvl="0"/>
            <a:r>
              <a:rPr lang="de-DE" dirty="0"/>
              <a:t>Vorname</a:t>
            </a:r>
            <a:br>
              <a:rPr lang="de-DE" dirty="0"/>
            </a:br>
            <a:r>
              <a:rPr lang="de-DE" dirty="0"/>
              <a:t>Name</a:t>
            </a:r>
          </a:p>
        </p:txBody>
      </p:sp>
      <p:sp>
        <p:nvSpPr>
          <p:cNvPr id="6" name="Inhaltsplatzhalter 5"/>
          <p:cNvSpPr>
            <a:spLocks noGrp="1"/>
          </p:cNvSpPr>
          <p:nvPr>
            <p:ph sz="quarter" idx="17" hasCustomPrompt="1"/>
          </p:nvPr>
        </p:nvSpPr>
        <p:spPr bwMode="gray">
          <a:xfrm>
            <a:off x="6612000" y="1728000"/>
            <a:ext cx="504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chor="ctr">
            <a:noAutofit/>
          </a:bodyPr>
          <a:lstStyle>
            <a:lvl1pPr marL="0" indent="0">
              <a:buNone/>
              <a:defRPr/>
            </a:lvl1pPr>
          </a:lstStyle>
          <a:p>
            <a:pPr lvl="0"/>
            <a:r>
              <a:rPr lang="de-DE" dirty="0"/>
              <a:t>Kontaktinformationen</a:t>
            </a:r>
          </a:p>
        </p:txBody>
      </p:sp>
      <p:sp>
        <p:nvSpPr>
          <p:cNvPr id="10" name="Bildplatzhalter 3"/>
          <p:cNvSpPr>
            <a:spLocks noGrp="1" noChangeAspect="1"/>
          </p:cNvSpPr>
          <p:nvPr>
            <p:ph type="pic" sz="quarter" idx="10" hasCustomPrompt="1"/>
          </p:nvPr>
        </p:nvSpPr>
        <p:spPr bwMode="gray">
          <a:xfrm>
            <a:off x="3795096" y="2599067"/>
            <a:ext cx="2397869" cy="2397869"/>
          </a:xfrm>
          <a:prstGeom prst="ellipse">
            <a:avLst/>
          </a:prstGeom>
          <a:solidFill>
            <a:schemeClr val="bg1"/>
          </a:solidFill>
          <a:ln w="63500">
            <a:solidFill>
              <a:schemeClr val="bg1"/>
            </a:solidFill>
          </a:ln>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1" name="Textplatzhalter 17"/>
          <p:cNvSpPr>
            <a:spLocks noGrp="1"/>
          </p:cNvSpPr>
          <p:nvPr>
            <p:ph type="body" sz="quarter" idx="26" hasCustomPrompt="1"/>
          </p:nvPr>
        </p:nvSpPr>
        <p:spPr bwMode="gray">
          <a:xfrm>
            <a:off x="540002" y="4189441"/>
            <a:ext cx="2735047" cy="205157"/>
          </a:xfrm>
        </p:spPr>
        <p:txBody>
          <a:bodyPr anchor="b"/>
          <a:lstStyle>
            <a:lvl1pPr marL="0" indent="0" algn="r">
              <a:lnSpc>
                <a:spcPct val="90000"/>
              </a:lnSpc>
              <a:buNone/>
              <a:defRPr sz="1400" b="0" cap="all" spc="300" baseline="0">
                <a:solidFill>
                  <a:schemeClr val="tx1"/>
                </a:solidFill>
              </a:defRPr>
            </a:lvl1pPr>
            <a:lvl2pPr marL="450215" indent="0">
              <a:buNone/>
              <a:defRPr/>
            </a:lvl2pPr>
          </a:lstStyle>
          <a:p>
            <a:pPr lvl="0"/>
            <a:r>
              <a:rPr lang="de-DE" dirty="0"/>
              <a:t>Position</a:t>
            </a:r>
          </a:p>
        </p:txBody>
      </p:sp>
      <p:cxnSp>
        <p:nvCxnSpPr>
          <p:cNvPr id="12" name="Straight Connector 8"/>
          <p:cNvCxnSpPr/>
          <p:nvPr userDrawn="1"/>
        </p:nvCxnSpPr>
        <p:spPr bwMode="gray">
          <a:xfrm>
            <a:off x="2555045" y="4032256"/>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feld 3"/>
          <p:cNvSpPr txBox="1"/>
          <p:nvPr userDrawn="1"/>
        </p:nvSpPr>
        <p:spPr bwMode="gray">
          <a:xfrm>
            <a:off x="13258800" y="2912533"/>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14"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6"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 Schlussfolie mit Bild">
    <p:spTree>
      <p:nvGrpSpPr>
        <p:cNvPr id="1" name=""/>
        <p:cNvGrpSpPr/>
        <p:nvPr/>
      </p:nvGrpSpPr>
      <p:grpSpPr>
        <a:xfrm>
          <a:off x="0" y="0"/>
          <a:ext cx="0" cy="0"/>
          <a:chOff x="0" y="0"/>
          <a:chExt cx="0" cy="0"/>
        </a:xfrm>
      </p:grpSpPr>
      <p:sp>
        <p:nvSpPr>
          <p:cNvPr id="2" name="Freeform: Shape 8"/>
          <p:cNvSpPr/>
          <p:nvPr userDrawn="1"/>
        </p:nvSpPr>
        <p:spPr bwMode="gray">
          <a:xfrm>
            <a:off x="5" y="-1"/>
            <a:ext cx="12191999" cy="6858001"/>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3" name="Titel 2"/>
          <p:cNvSpPr>
            <a:spLocks noGrp="1"/>
          </p:cNvSpPr>
          <p:nvPr>
            <p:ph type="title" hasCustomPrompt="1"/>
          </p:nvPr>
        </p:nvSpPr>
        <p:spPr bwMode="gray">
          <a:xfrm>
            <a:off x="4114800" y="3159004"/>
            <a:ext cx="7531893" cy="800467"/>
          </a:xfrm>
        </p:spPr>
        <p:txBody>
          <a:bodyPr/>
          <a:lstStyle>
            <a:lvl1pPr algn="ctr">
              <a:defRPr sz="6600" cap="all" spc="400" baseline="0">
                <a:solidFill>
                  <a:schemeClr val="bg1"/>
                </a:solidFill>
              </a:defRPr>
            </a:lvl1pPr>
          </a:lstStyle>
          <a:p>
            <a:r>
              <a:rPr lang="de-DE" noProof="0" dirty="0"/>
              <a:t>Vielen Dank!</a:t>
            </a:r>
          </a:p>
        </p:txBody>
      </p:sp>
      <p:sp>
        <p:nvSpPr>
          <p:cNvPr id="19" name="Bildplatzhalter 18"/>
          <p:cNvSpPr>
            <a:spLocks noGrp="1" noChangeAspect="1"/>
          </p:cNvSpPr>
          <p:nvPr>
            <p:ph type="pic" sz="quarter" idx="10" hasCustomPrompt="1"/>
          </p:nvPr>
        </p:nvSpPr>
        <p:spPr bwMode="gray">
          <a:xfrm>
            <a:off x="0" y="0"/>
            <a:ext cx="4114800" cy="6858000"/>
          </a:xfrm>
          <a:prstGeom prst="round1Rect">
            <a:avLst>
              <a:gd name="adj" fmla="val 11333"/>
            </a:avLst>
          </a:pr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pic>
        <p:nvPicPr>
          <p:cNvPr id="7" name="Grafik 6"/>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A Schlussfolie mit Bild">
    <p:spTree>
      <p:nvGrpSpPr>
        <p:cNvPr id="1" name=""/>
        <p:cNvGrpSpPr/>
        <p:nvPr/>
      </p:nvGrpSpPr>
      <p:grpSpPr>
        <a:xfrm>
          <a:off x="0" y="0"/>
          <a:ext cx="0" cy="0"/>
          <a:chOff x="0" y="0"/>
          <a:chExt cx="0" cy="0"/>
        </a:xfrm>
      </p:grpSpPr>
      <p:sp>
        <p:nvSpPr>
          <p:cNvPr id="2" name="Freeform: Shape 8"/>
          <p:cNvSpPr/>
          <p:nvPr userDrawn="1"/>
        </p:nvSpPr>
        <p:spPr bwMode="gray">
          <a:xfrm>
            <a:off x="5" y="-1"/>
            <a:ext cx="12191999" cy="6858001"/>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3" name="Titel 2"/>
          <p:cNvSpPr>
            <a:spLocks noGrp="1"/>
          </p:cNvSpPr>
          <p:nvPr>
            <p:ph type="title" hasCustomPrompt="1"/>
          </p:nvPr>
        </p:nvSpPr>
        <p:spPr bwMode="gray">
          <a:xfrm>
            <a:off x="538165" y="2463322"/>
            <a:ext cx="11108531" cy="800467"/>
          </a:xfrm>
        </p:spPr>
        <p:txBody>
          <a:bodyPr/>
          <a:lstStyle>
            <a:lvl1pPr algn="ctr">
              <a:defRPr sz="6600" cap="all" spc="400" baseline="0">
                <a:solidFill>
                  <a:schemeClr val="bg1"/>
                </a:solidFill>
              </a:defRPr>
            </a:lvl1pPr>
          </a:lstStyle>
          <a:p>
            <a:r>
              <a:rPr lang="de-DE" noProof="0" dirty="0"/>
              <a:t>Vielen Dank!</a:t>
            </a:r>
          </a:p>
        </p:txBody>
      </p:sp>
      <p:pic>
        <p:nvPicPr>
          <p:cNvPr id="5" name="Grafik 4"/>
          <p:cNvPicPr>
            <a:picLocks noChangeAspect="1"/>
          </p:cNvPicPr>
          <p:nvPr userDrawn="1"/>
        </p:nvPicPr>
        <p:blipFill rotWithShape="1">
          <a:blip r:embed="rId2">
            <a:extLst>
              <a:ext uri="{96DAC541-7B7A-43D3-8B79-37D633B846F1}">
                <asvg:svgBlip xmlns:asvg="http://schemas.microsoft.com/office/drawing/2016/SVG/main" r:embed="rId3"/>
              </a:ext>
            </a:extLst>
          </a:blip>
          <a:srcRect r="61713"/>
          <a:stretch>
            <a:fillRect/>
          </a:stretch>
        </p:blipFill>
        <p:spPr>
          <a:xfrm>
            <a:off x="410319" y="-1225267"/>
            <a:ext cx="11364220" cy="7776177"/>
          </a:xfrm>
          <a:prstGeom prst="rect">
            <a:avLst/>
          </a:prstGeom>
        </p:spPr>
      </p:pic>
      <p:sp>
        <p:nvSpPr>
          <p:cNvPr id="4" name="Textplatzhalter 5"/>
          <p:cNvSpPr>
            <a:spLocks noGrp="1"/>
          </p:cNvSpPr>
          <p:nvPr>
            <p:ph type="body" sz="quarter" idx="14" hasCustomPrompt="1"/>
          </p:nvPr>
        </p:nvSpPr>
        <p:spPr bwMode="gray">
          <a:xfrm>
            <a:off x="1836313" y="4590256"/>
            <a:ext cx="8512232" cy="1834363"/>
          </a:xfrm>
        </p:spPr>
        <p:txBody>
          <a:bodyPr numCol="2" spcCol="180000"/>
          <a:lstStyle>
            <a:lvl1pPr marL="0" indent="0">
              <a:lnSpc>
                <a:spcPct val="100000"/>
              </a:lnSpc>
              <a:buNone/>
              <a:defRPr>
                <a:solidFill>
                  <a:schemeClr val="bg1"/>
                </a:solidFill>
              </a:defRPr>
            </a:lvl1pPr>
          </a:lstStyle>
          <a:p>
            <a:pPr lvl="0"/>
            <a:r>
              <a:rPr lang="de-DE" dirty="0"/>
              <a:t>Kontakt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Schlussfolie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5" name="Titel 2"/>
          <p:cNvSpPr>
            <a:spLocks noGrp="1"/>
          </p:cNvSpPr>
          <p:nvPr>
            <p:ph type="title" hasCustomPrompt="1"/>
          </p:nvPr>
        </p:nvSpPr>
        <p:spPr bwMode="gray">
          <a:xfrm>
            <a:off x="540000" y="2828224"/>
            <a:ext cx="11112000" cy="540000"/>
          </a:xfrm>
        </p:spPr>
        <p:txBody>
          <a:bodyPr/>
          <a:lstStyle>
            <a:lvl1pPr>
              <a:defRPr sz="4800" cap="all" spc="400" baseline="0">
                <a:solidFill>
                  <a:schemeClr val="bg1"/>
                </a:solidFill>
              </a:defRPr>
            </a:lvl1pPr>
          </a:lstStyle>
          <a:p>
            <a:r>
              <a:rPr lang="de-DE" noProof="0" dirty="0"/>
              <a:t>Vielen Dank!</a:t>
            </a:r>
          </a:p>
        </p:txBody>
      </p:sp>
      <p:sp>
        <p:nvSpPr>
          <p:cNvPr id="2" name="Textplatzhalter 5"/>
          <p:cNvSpPr>
            <a:spLocks noGrp="1"/>
          </p:cNvSpPr>
          <p:nvPr>
            <p:ph type="body" sz="quarter" idx="14" hasCustomPrompt="1"/>
          </p:nvPr>
        </p:nvSpPr>
        <p:spPr bwMode="gray">
          <a:xfrm>
            <a:off x="540000" y="3747975"/>
            <a:ext cx="7920000" cy="814769"/>
          </a:xfrm>
        </p:spPr>
        <p:txBody>
          <a:bodyPr numCol="2" spcCol="180000"/>
          <a:lstStyle>
            <a:lvl1pPr marL="0" indent="0">
              <a:lnSpc>
                <a:spcPct val="100000"/>
              </a:lnSpc>
              <a:buNone/>
              <a:defRPr>
                <a:solidFill>
                  <a:schemeClr val="bg1"/>
                </a:solidFill>
              </a:defRPr>
            </a:lvl1pPr>
          </a:lstStyle>
          <a:p>
            <a:pPr lvl="0"/>
            <a:r>
              <a:rPr lang="de-DE" dirty="0"/>
              <a:t>Kontakt</a:t>
            </a:r>
          </a:p>
        </p:txBody>
      </p:sp>
      <p:grpSp>
        <p:nvGrpSpPr>
          <p:cNvPr id="4" name="Gruppieren 3"/>
          <p:cNvGrpSpPr/>
          <p:nvPr userDrawn="1"/>
        </p:nvGrpSpPr>
        <p:grpSpPr>
          <a:xfrm>
            <a:off x="8589755" y="3294570"/>
            <a:ext cx="4177596" cy="3174456"/>
            <a:chOff x="8860223" y="3611128"/>
            <a:chExt cx="3866783" cy="2938277"/>
          </a:xfrm>
        </p:grpSpPr>
        <p:sp>
          <p:nvSpPr>
            <p:cNvPr id="7" name="Abgerundetes Rechteck 6"/>
            <p:cNvSpPr/>
            <p:nvPr userDrawn="1"/>
          </p:nvSpPr>
          <p:spPr bwMode="gray">
            <a:xfrm rot="10800000">
              <a:off x="8860223" y="5748716"/>
              <a:ext cx="2537455" cy="800688"/>
            </a:xfrm>
            <a:prstGeom prst="roundRect">
              <a:avLst>
                <a:gd name="adj" fmla="val 50000"/>
              </a:avLst>
            </a:prstGeom>
            <a:solidFill>
              <a:schemeClr val="accent1">
                <a:lumMod val="60000"/>
                <a:lumOff val="40000"/>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8" name="Träne 7"/>
            <p:cNvSpPr/>
            <p:nvPr userDrawn="1"/>
          </p:nvSpPr>
          <p:spPr bwMode="gray">
            <a:xfrm rot="5400000">
              <a:off x="9799540" y="4948089"/>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Ecken des Rechtecks auf der gleichen Seite abrunden 8"/>
            <p:cNvSpPr/>
            <p:nvPr userDrawn="1"/>
          </p:nvSpPr>
          <p:spPr bwMode="gray">
            <a:xfrm rot="5400000">
              <a:off x="10199822" y="4547678"/>
              <a:ext cx="1601386" cy="800693"/>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0" name="Freihandform 9"/>
            <p:cNvSpPr/>
            <p:nvPr userDrawn="1"/>
          </p:nvSpPr>
          <p:spPr bwMode="gray">
            <a:xfrm rot="10800000">
              <a:off x="11403920" y="3611128"/>
              <a:ext cx="800695" cy="1601391"/>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12" name="Träne 11"/>
            <p:cNvSpPr/>
            <p:nvPr userDrawn="1"/>
          </p:nvSpPr>
          <p:spPr bwMode="gray">
            <a:xfrm rot="16200000">
              <a:off x="11403815" y="5226215"/>
              <a:ext cx="1323297" cy="132308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cxnSp>
        <p:nvCxnSpPr>
          <p:cNvPr id="14" name="Straight Connector 8"/>
          <p:cNvCxnSpPr/>
          <p:nvPr userDrawn="1"/>
        </p:nvCxnSpPr>
        <p:spPr bwMode="gray">
          <a:xfrm>
            <a:off x="540000" y="3554185"/>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 Schlussfolie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grpSp>
        <p:nvGrpSpPr>
          <p:cNvPr id="4" name="Gruppieren 3"/>
          <p:cNvGrpSpPr/>
          <p:nvPr userDrawn="1"/>
        </p:nvGrpSpPr>
        <p:grpSpPr>
          <a:xfrm rot="5400000" flipH="1">
            <a:off x="-64243" y="-643043"/>
            <a:ext cx="4337797" cy="3132967"/>
            <a:chOff x="8235924" y="3649527"/>
            <a:chExt cx="4015066" cy="2899876"/>
          </a:xfrm>
        </p:grpSpPr>
        <p:sp>
          <p:nvSpPr>
            <p:cNvPr id="7" name="Abgerundetes Rechteck 6"/>
            <p:cNvSpPr/>
            <p:nvPr userDrawn="1"/>
          </p:nvSpPr>
          <p:spPr bwMode="gray">
            <a:xfrm rot="10800000">
              <a:off x="8235924" y="5748715"/>
              <a:ext cx="4015066" cy="800688"/>
            </a:xfrm>
            <a:prstGeom prst="roundRect">
              <a:avLst>
                <a:gd name="adj" fmla="val 50000"/>
              </a:avLst>
            </a:prstGeom>
            <a:solidFill>
              <a:schemeClr val="accent1">
                <a:lumMod val="60000"/>
                <a:lumOff val="40000"/>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8" name="Träne 7"/>
            <p:cNvSpPr/>
            <p:nvPr userDrawn="1"/>
          </p:nvSpPr>
          <p:spPr bwMode="gray">
            <a:xfrm rot="5400000">
              <a:off x="8812971" y="4948090"/>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Ecken des Rechtecks auf der gleichen Seite abrunden 8"/>
            <p:cNvSpPr/>
            <p:nvPr userDrawn="1"/>
          </p:nvSpPr>
          <p:spPr bwMode="gray">
            <a:xfrm rot="5400000">
              <a:off x="8964351" y="4298777"/>
              <a:ext cx="2099190" cy="800693"/>
            </a:xfrm>
            <a:prstGeom prst="round2SameRect">
              <a:avLst>
                <a:gd name="adj1" fmla="val 48679"/>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2" name="Oval 11"/>
            <p:cNvSpPr/>
            <p:nvPr userDrawn="1"/>
          </p:nvSpPr>
          <p:spPr bwMode="gray">
            <a:xfrm rot="5400000">
              <a:off x="10416078" y="3649634"/>
              <a:ext cx="1323297" cy="13230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sp>
        <p:nvSpPr>
          <p:cNvPr id="5" name="Titel 2"/>
          <p:cNvSpPr>
            <a:spLocks noGrp="1"/>
          </p:cNvSpPr>
          <p:nvPr>
            <p:ph type="title" hasCustomPrompt="1"/>
          </p:nvPr>
        </p:nvSpPr>
        <p:spPr bwMode="gray">
          <a:xfrm>
            <a:off x="540000" y="3632678"/>
            <a:ext cx="4443480" cy="540000"/>
          </a:xfrm>
        </p:spPr>
        <p:txBody>
          <a:bodyPr/>
          <a:lstStyle>
            <a:lvl1pPr>
              <a:defRPr sz="4800" cap="all" spc="400" baseline="0">
                <a:solidFill>
                  <a:schemeClr val="bg1"/>
                </a:solidFill>
              </a:defRPr>
            </a:lvl1pPr>
          </a:lstStyle>
          <a:p>
            <a:r>
              <a:rPr lang="de-DE" noProof="0" dirty="0"/>
              <a:t>Vielen Dank!</a:t>
            </a:r>
          </a:p>
        </p:txBody>
      </p:sp>
      <p:sp>
        <p:nvSpPr>
          <p:cNvPr id="2" name="Textplatzhalter 5"/>
          <p:cNvSpPr>
            <a:spLocks noGrp="1"/>
          </p:cNvSpPr>
          <p:nvPr>
            <p:ph type="body" sz="quarter" idx="14" hasCustomPrompt="1"/>
          </p:nvPr>
        </p:nvSpPr>
        <p:spPr bwMode="gray">
          <a:xfrm>
            <a:off x="540000" y="4577570"/>
            <a:ext cx="4443480" cy="1834363"/>
          </a:xfrm>
        </p:spPr>
        <p:txBody>
          <a:bodyPr numCol="2" spcCol="180000"/>
          <a:lstStyle>
            <a:lvl1pPr marL="0" indent="0">
              <a:lnSpc>
                <a:spcPct val="100000"/>
              </a:lnSpc>
              <a:buNone/>
              <a:defRPr>
                <a:solidFill>
                  <a:schemeClr val="bg1"/>
                </a:solidFill>
              </a:defRPr>
            </a:lvl1pPr>
          </a:lstStyle>
          <a:p>
            <a:pPr lvl="0"/>
            <a:r>
              <a:rPr lang="de-DE" dirty="0"/>
              <a:t>Kontakt</a:t>
            </a:r>
          </a:p>
        </p:txBody>
      </p:sp>
      <p:sp>
        <p:nvSpPr>
          <p:cNvPr id="14" name="Textfeld 13"/>
          <p:cNvSpPr txBox="1"/>
          <p:nvPr userDrawn="1"/>
        </p:nvSpPr>
        <p:spPr bwMode="gray">
          <a:xfrm>
            <a:off x="-1680211" y="378333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13" name="Bildplatzhalter 4"/>
          <p:cNvSpPr>
            <a:spLocks noGrp="1" noChangeAspect="1"/>
          </p:cNvSpPr>
          <p:nvPr>
            <p:ph type="pic" sz="quarter" idx="10" hasCustomPrompt="1"/>
          </p:nvPr>
        </p:nvSpPr>
        <p:spPr bwMode="gray">
          <a:xfrm>
            <a:off x="6503672" y="1727200"/>
            <a:ext cx="6226493" cy="4697410"/>
          </a:xfrm>
          <a:prstGeom prst="round2DiagRect">
            <a:avLst>
              <a:gd name="adj1" fmla="val 12052"/>
              <a:gd name="adj2" fmla="val 0"/>
            </a:avLst>
          </a:pr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7" name="Textfeld 16"/>
          <p:cNvSpPr txBox="1"/>
          <p:nvPr userDrawn="1"/>
        </p:nvSpPr>
        <p:spPr bwMode="gray">
          <a:xfrm>
            <a:off x="-2527069" y="3142211"/>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cxnSp>
        <p:nvCxnSpPr>
          <p:cNvPr id="15" name="Straight Connector 8"/>
          <p:cNvCxnSpPr/>
          <p:nvPr userDrawn="1"/>
        </p:nvCxnSpPr>
        <p:spPr bwMode="gray">
          <a:xfrm>
            <a:off x="540000" y="4358639"/>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Grafik 15"/>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A Titel mit Bild">
    <p:spTree>
      <p:nvGrpSpPr>
        <p:cNvPr id="1" name=""/>
        <p:cNvGrpSpPr/>
        <p:nvPr/>
      </p:nvGrpSpPr>
      <p:grpSpPr>
        <a:xfrm>
          <a:off x="0" y="0"/>
          <a:ext cx="0" cy="0"/>
          <a:chOff x="0" y="0"/>
          <a:chExt cx="0" cy="0"/>
        </a:xfrm>
      </p:grpSpPr>
      <p:sp>
        <p:nvSpPr>
          <p:cNvPr id="6" name="Freeform: Shape 8"/>
          <p:cNvSpPr/>
          <p:nvPr userDrawn="1"/>
        </p:nvSpPr>
        <p:spPr bwMode="gray">
          <a:xfrm>
            <a:off x="-2048296" y="3028950"/>
            <a:ext cx="11029951" cy="2844800"/>
          </a:xfrm>
          <a:prstGeom prst="roundRect">
            <a:avLst>
              <a:gd name="adj" fmla="val 1774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3" name="Titel 2"/>
          <p:cNvSpPr>
            <a:spLocks noGrp="1"/>
          </p:cNvSpPr>
          <p:nvPr>
            <p:ph type="title" hasCustomPrompt="1"/>
          </p:nvPr>
        </p:nvSpPr>
        <p:spPr bwMode="gray">
          <a:xfrm>
            <a:off x="540005" y="3767352"/>
            <a:ext cx="6317999" cy="540000"/>
          </a:xfrm>
        </p:spPr>
        <p:txBody>
          <a:bodyPr/>
          <a:lstStyle>
            <a:lvl1pPr>
              <a:defRPr sz="4400" cap="all" spc="400" baseline="0">
                <a:solidFill>
                  <a:schemeClr val="bg1"/>
                </a:solidFill>
              </a:defRPr>
            </a:lvl1pPr>
          </a:lstStyle>
          <a:p>
            <a:r>
              <a:rPr lang="de-DE" noProof="0" dirty="0"/>
              <a:t>Titel Ihrer Präsentation</a:t>
            </a:r>
          </a:p>
        </p:txBody>
      </p:sp>
      <p:grpSp>
        <p:nvGrpSpPr>
          <p:cNvPr id="24" name="Gruppieren 23"/>
          <p:cNvGrpSpPr/>
          <p:nvPr userDrawn="1"/>
        </p:nvGrpSpPr>
        <p:grpSpPr>
          <a:xfrm rot="16200000">
            <a:off x="9052317" y="512273"/>
            <a:ext cx="3426623" cy="2402084"/>
            <a:chOff x="7582680" y="1972513"/>
            <a:chExt cx="4621936" cy="3240006"/>
          </a:xfrm>
        </p:grpSpPr>
        <p:sp>
          <p:nvSpPr>
            <p:cNvPr id="16" name="Abgerundetes Rechteck 15"/>
            <p:cNvSpPr/>
            <p:nvPr userDrawn="1"/>
          </p:nvSpPr>
          <p:spPr bwMode="gray">
            <a:xfrm rot="10800000">
              <a:off x="7582680" y="4132515"/>
              <a:ext cx="3630368" cy="1079993"/>
            </a:xfrm>
            <a:prstGeom prst="roundRect">
              <a:avLst>
                <a:gd name="adj" fmla="val 50000"/>
              </a:avLst>
            </a:prstGeom>
            <a:solidFill>
              <a:schemeClr val="accent1">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7" name="Träne 16"/>
            <p:cNvSpPr/>
            <p:nvPr userDrawn="1"/>
          </p:nvSpPr>
          <p:spPr bwMode="gray">
            <a:xfrm rot="5400000">
              <a:off x="9053134" y="3052600"/>
              <a:ext cx="1080000" cy="1079826"/>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8" name="Ecken des Rechtecks auf der gleichen Seite abrunden 17"/>
            <p:cNvSpPr/>
            <p:nvPr userDrawn="1"/>
          </p:nvSpPr>
          <p:spPr bwMode="gray">
            <a:xfrm rot="5400000">
              <a:off x="9593047" y="2512513"/>
              <a:ext cx="2160000" cy="1080000"/>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0" name="Freihandform 19"/>
            <p:cNvSpPr/>
            <p:nvPr userDrawn="1"/>
          </p:nvSpPr>
          <p:spPr bwMode="gray">
            <a:xfrm rot="10800000">
              <a:off x="11124613" y="3052513"/>
              <a:ext cx="1080003" cy="2160006"/>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grpSp>
      <p:sp>
        <p:nvSpPr>
          <p:cNvPr id="8" name="Textfeld 7"/>
          <p:cNvSpPr txBox="1"/>
          <p:nvPr userDrawn="1"/>
        </p:nvSpPr>
        <p:spPr bwMode="gray">
          <a:xfrm>
            <a:off x="3554731" y="761238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2" name="Textplatzhalter 5"/>
          <p:cNvSpPr>
            <a:spLocks noGrp="1"/>
          </p:cNvSpPr>
          <p:nvPr>
            <p:ph type="body" sz="quarter" idx="14" hasCustomPrompt="1"/>
          </p:nvPr>
        </p:nvSpPr>
        <p:spPr bwMode="gray">
          <a:xfrm>
            <a:off x="540535" y="6245042"/>
            <a:ext cx="6519175" cy="179572"/>
          </a:xfrm>
        </p:spPr>
        <p:txBody>
          <a:bodyPr anchor="b"/>
          <a:lstStyle>
            <a:lvl1pPr marL="0" indent="0">
              <a:lnSpc>
                <a:spcPct val="90000"/>
              </a:lnSpc>
              <a:buNone/>
              <a:defRPr sz="1100"/>
            </a:lvl1pPr>
          </a:lstStyle>
          <a:p>
            <a:pPr lvl="0"/>
            <a:r>
              <a:rPr lang="de-DE" dirty="0"/>
              <a:t>Optionaler Text</a:t>
            </a:r>
          </a:p>
        </p:txBody>
      </p:sp>
      <p:cxnSp>
        <p:nvCxnSpPr>
          <p:cNvPr id="7" name="Straight Connector 8"/>
          <p:cNvCxnSpPr/>
          <p:nvPr userDrawn="1"/>
        </p:nvCxnSpPr>
        <p:spPr bwMode="gray">
          <a:xfrm>
            <a:off x="540000" y="5250573"/>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387" y="254416"/>
            <a:ext cx="2743200" cy="71868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 Titel ohne Bild">
    <p:spTree>
      <p:nvGrpSpPr>
        <p:cNvPr id="1" name=""/>
        <p:cNvGrpSpPr/>
        <p:nvPr/>
      </p:nvGrpSpPr>
      <p:grpSpPr>
        <a:xfrm>
          <a:off x="0" y="0"/>
          <a:ext cx="0" cy="0"/>
          <a:chOff x="0" y="0"/>
          <a:chExt cx="0" cy="0"/>
        </a:xfrm>
      </p:grpSpPr>
      <p:sp>
        <p:nvSpPr>
          <p:cNvPr id="3" name="Titel 2"/>
          <p:cNvSpPr>
            <a:spLocks noGrp="1"/>
          </p:cNvSpPr>
          <p:nvPr>
            <p:ph type="title" hasCustomPrompt="1"/>
          </p:nvPr>
        </p:nvSpPr>
        <p:spPr bwMode="gray">
          <a:xfrm>
            <a:off x="540003" y="2069824"/>
            <a:ext cx="5735071" cy="1359176"/>
          </a:xfrm>
        </p:spPr>
        <p:txBody>
          <a:bodyPr/>
          <a:lstStyle>
            <a:lvl1pPr>
              <a:defRPr sz="5400" cap="all" spc="400" baseline="0"/>
            </a:lvl1pPr>
          </a:lstStyle>
          <a:p>
            <a:r>
              <a:rPr lang="de-DE" noProof="0" dirty="0"/>
              <a:t>Titel Ihrer Präsentation</a:t>
            </a:r>
          </a:p>
        </p:txBody>
      </p:sp>
      <p:sp>
        <p:nvSpPr>
          <p:cNvPr id="11" name="Freeform: Shape 8"/>
          <p:cNvSpPr/>
          <p:nvPr userDrawn="1"/>
        </p:nvSpPr>
        <p:spPr bwMode="gray">
          <a:xfrm>
            <a:off x="7932421" y="0"/>
            <a:ext cx="4259579"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2" name="Textplatzhalter 5"/>
          <p:cNvSpPr>
            <a:spLocks noGrp="1"/>
          </p:cNvSpPr>
          <p:nvPr>
            <p:ph type="body" sz="quarter" idx="14" hasCustomPrompt="1"/>
          </p:nvPr>
        </p:nvSpPr>
        <p:spPr bwMode="gray">
          <a:xfrm>
            <a:off x="540535" y="6245042"/>
            <a:ext cx="6519175" cy="179572"/>
          </a:xfrm>
        </p:spPr>
        <p:txBody>
          <a:bodyPr anchor="b"/>
          <a:lstStyle>
            <a:lvl1pPr marL="0" indent="0">
              <a:lnSpc>
                <a:spcPct val="90000"/>
              </a:lnSpc>
              <a:buNone/>
              <a:defRPr sz="1100"/>
            </a:lvl1pPr>
          </a:lstStyle>
          <a:p>
            <a:pPr lvl="0"/>
            <a:r>
              <a:rPr lang="de-DE" dirty="0"/>
              <a:t>Optionaler Text</a:t>
            </a:r>
          </a:p>
        </p:txBody>
      </p:sp>
      <p:grpSp>
        <p:nvGrpSpPr>
          <p:cNvPr id="17" name="Gruppieren 16"/>
          <p:cNvGrpSpPr/>
          <p:nvPr userDrawn="1"/>
        </p:nvGrpSpPr>
        <p:grpSpPr>
          <a:xfrm>
            <a:off x="8589755" y="3294570"/>
            <a:ext cx="4177596" cy="3174456"/>
            <a:chOff x="8860223" y="3611128"/>
            <a:chExt cx="3866783" cy="2938277"/>
          </a:xfrm>
        </p:grpSpPr>
        <p:sp>
          <p:nvSpPr>
            <p:cNvPr id="8" name="Abgerundetes Rechteck 7"/>
            <p:cNvSpPr/>
            <p:nvPr userDrawn="1"/>
          </p:nvSpPr>
          <p:spPr bwMode="gray">
            <a:xfrm rot="10800000">
              <a:off x="8860223" y="5748716"/>
              <a:ext cx="2537455" cy="800688"/>
            </a:xfrm>
            <a:prstGeom prst="roundRect">
              <a:avLst>
                <a:gd name="adj" fmla="val 50000"/>
              </a:avLst>
            </a:prstGeom>
            <a:solidFill>
              <a:schemeClr val="accent1">
                <a:lumMod val="60000"/>
                <a:lumOff val="40000"/>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Träne 8"/>
            <p:cNvSpPr/>
            <p:nvPr userDrawn="1"/>
          </p:nvSpPr>
          <p:spPr bwMode="gray">
            <a:xfrm rot="5400000">
              <a:off x="9799540" y="4948089"/>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0" name="Ecken des Rechtecks auf der gleichen Seite abrunden 9"/>
            <p:cNvSpPr/>
            <p:nvPr userDrawn="1"/>
          </p:nvSpPr>
          <p:spPr bwMode="gray">
            <a:xfrm rot="5400000">
              <a:off x="10199822" y="4547678"/>
              <a:ext cx="1601386" cy="800693"/>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Freihandform 12"/>
            <p:cNvSpPr/>
            <p:nvPr userDrawn="1"/>
          </p:nvSpPr>
          <p:spPr bwMode="gray">
            <a:xfrm rot="10800000">
              <a:off x="11403920" y="3611128"/>
              <a:ext cx="800695" cy="1601391"/>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16" name="Träne 15"/>
            <p:cNvSpPr/>
            <p:nvPr userDrawn="1"/>
          </p:nvSpPr>
          <p:spPr bwMode="gray">
            <a:xfrm rot="16200000">
              <a:off x="11403815" y="5226215"/>
              <a:ext cx="1323297" cy="132308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pic>
        <p:nvPicPr>
          <p:cNvPr id="12" name="Grafik 11"/>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cxnSp>
        <p:nvCxnSpPr>
          <p:cNvPr id="6" name="Straight Connector 8"/>
          <p:cNvCxnSpPr/>
          <p:nvPr userDrawn="1"/>
        </p:nvCxnSpPr>
        <p:spPr bwMode="gray">
          <a:xfrm>
            <a:off x="540000" y="4440992"/>
            <a:ext cx="144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platzhalter 5"/>
          <p:cNvSpPr>
            <a:spLocks noGrp="1"/>
          </p:cNvSpPr>
          <p:nvPr>
            <p:ph type="body" sz="quarter" idx="15" hasCustomPrompt="1"/>
          </p:nvPr>
        </p:nvSpPr>
        <p:spPr bwMode="gray">
          <a:xfrm>
            <a:off x="538163" y="3684083"/>
            <a:ext cx="5735071" cy="179573"/>
          </a:xfrm>
        </p:spPr>
        <p:txBody>
          <a:bodyPr/>
          <a:lstStyle>
            <a:lvl1pPr marL="0" indent="0">
              <a:lnSpc>
                <a:spcPct val="90000"/>
              </a:lnSpc>
              <a:buNone/>
              <a:defRPr/>
            </a:lvl1pPr>
          </a:lstStyle>
          <a:p>
            <a:pPr lvl="0"/>
            <a:r>
              <a:rPr lang="de-DE" dirty="0"/>
              <a:t>Zweite Headline</a:t>
            </a:r>
          </a:p>
        </p:txBody>
      </p:sp>
      <p:sp>
        <p:nvSpPr>
          <p:cNvPr id="15" name="Textplatzhalter 5"/>
          <p:cNvSpPr>
            <a:spLocks noGrp="1"/>
          </p:cNvSpPr>
          <p:nvPr>
            <p:ph type="body" sz="quarter" idx="16" hasCustomPrompt="1"/>
          </p:nvPr>
        </p:nvSpPr>
        <p:spPr bwMode="gray">
          <a:xfrm>
            <a:off x="538163" y="4037359"/>
            <a:ext cx="5735071" cy="179573"/>
          </a:xfrm>
        </p:spPr>
        <p:txBody>
          <a:bodyPr/>
          <a:lstStyle>
            <a:lvl1pPr marL="0" indent="0">
              <a:lnSpc>
                <a:spcPct val="90000"/>
              </a:lnSpc>
              <a:buNone/>
              <a:defRPr/>
            </a:lvl1pPr>
          </a:lstStyle>
          <a:p>
            <a:pPr lvl="0"/>
            <a:r>
              <a:rPr lang="de-DE" dirty="0"/>
              <a:t>Optionaler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Titel ohne Bild">
    <p:spTree>
      <p:nvGrpSpPr>
        <p:cNvPr id="1" name=""/>
        <p:cNvGrpSpPr/>
        <p:nvPr/>
      </p:nvGrpSpPr>
      <p:grpSpPr>
        <a:xfrm>
          <a:off x="0" y="0"/>
          <a:ext cx="0" cy="0"/>
          <a:chOff x="0" y="0"/>
          <a:chExt cx="0" cy="0"/>
        </a:xfrm>
      </p:grpSpPr>
      <p:grpSp>
        <p:nvGrpSpPr>
          <p:cNvPr id="7" name="Gruppieren 6"/>
          <p:cNvGrpSpPr/>
          <p:nvPr userDrawn="1"/>
        </p:nvGrpSpPr>
        <p:grpSpPr>
          <a:xfrm>
            <a:off x="7806691" y="3250157"/>
            <a:ext cx="4960660" cy="3174456"/>
            <a:chOff x="8135419" y="3611128"/>
            <a:chExt cx="4591587" cy="2938277"/>
          </a:xfrm>
        </p:grpSpPr>
        <p:sp>
          <p:nvSpPr>
            <p:cNvPr id="8" name="Abgerundetes Rechteck 7"/>
            <p:cNvSpPr/>
            <p:nvPr userDrawn="1"/>
          </p:nvSpPr>
          <p:spPr bwMode="gray">
            <a:xfrm rot="10800000">
              <a:off x="8135419" y="5748716"/>
              <a:ext cx="3262258" cy="80068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Träne 8"/>
            <p:cNvSpPr/>
            <p:nvPr userDrawn="1"/>
          </p:nvSpPr>
          <p:spPr bwMode="gray">
            <a:xfrm rot="5400000">
              <a:off x="9799540" y="4948089"/>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0" name="Ecken des Rechtecks auf der gleichen Seite abrunden 9"/>
            <p:cNvSpPr/>
            <p:nvPr userDrawn="1"/>
          </p:nvSpPr>
          <p:spPr bwMode="gray">
            <a:xfrm rot="5400000">
              <a:off x="10199822" y="4547678"/>
              <a:ext cx="1601386" cy="800693"/>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4" name="Freihandform 13"/>
            <p:cNvSpPr/>
            <p:nvPr userDrawn="1"/>
          </p:nvSpPr>
          <p:spPr bwMode="gray">
            <a:xfrm rot="10800000">
              <a:off x="11403920" y="3611128"/>
              <a:ext cx="800695" cy="1601391"/>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15" name="Träne 14"/>
            <p:cNvSpPr/>
            <p:nvPr userDrawn="1"/>
          </p:nvSpPr>
          <p:spPr bwMode="gray">
            <a:xfrm rot="16200000">
              <a:off x="11403815" y="5226215"/>
              <a:ext cx="1323297" cy="132308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pic>
        <p:nvPicPr>
          <p:cNvPr id="18" name="Grafik 1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88551" y="254658"/>
            <a:ext cx="2743200" cy="718681"/>
          </a:xfrm>
          <a:prstGeom prst="rect">
            <a:avLst/>
          </a:prstGeom>
        </p:spPr>
      </p:pic>
      <p:sp>
        <p:nvSpPr>
          <p:cNvPr id="16" name="Titel 2"/>
          <p:cNvSpPr>
            <a:spLocks noGrp="1"/>
          </p:cNvSpPr>
          <p:nvPr>
            <p:ph type="title" hasCustomPrompt="1"/>
          </p:nvPr>
        </p:nvSpPr>
        <p:spPr bwMode="gray">
          <a:xfrm>
            <a:off x="540003" y="2069824"/>
            <a:ext cx="5735071" cy="1359176"/>
          </a:xfrm>
        </p:spPr>
        <p:txBody>
          <a:bodyPr/>
          <a:lstStyle>
            <a:lvl1pPr>
              <a:defRPr sz="5400" cap="all" spc="400" baseline="0"/>
            </a:lvl1pPr>
          </a:lstStyle>
          <a:p>
            <a:r>
              <a:rPr lang="de-DE" noProof="0" dirty="0"/>
              <a:t>Titel Ihrer Präsentation</a:t>
            </a:r>
          </a:p>
        </p:txBody>
      </p:sp>
      <p:cxnSp>
        <p:nvCxnSpPr>
          <p:cNvPr id="17" name="Straight Connector 8"/>
          <p:cNvCxnSpPr/>
          <p:nvPr userDrawn="1"/>
        </p:nvCxnSpPr>
        <p:spPr bwMode="gray">
          <a:xfrm>
            <a:off x="540000" y="4440992"/>
            <a:ext cx="144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platzhalter 5"/>
          <p:cNvSpPr>
            <a:spLocks noGrp="1"/>
          </p:cNvSpPr>
          <p:nvPr>
            <p:ph type="body" sz="quarter" idx="15" hasCustomPrompt="1"/>
          </p:nvPr>
        </p:nvSpPr>
        <p:spPr bwMode="gray">
          <a:xfrm>
            <a:off x="538163" y="3684083"/>
            <a:ext cx="5735071" cy="179573"/>
          </a:xfrm>
        </p:spPr>
        <p:txBody>
          <a:bodyPr/>
          <a:lstStyle>
            <a:lvl1pPr marL="0" indent="0">
              <a:lnSpc>
                <a:spcPct val="90000"/>
              </a:lnSpc>
              <a:buNone/>
              <a:defRPr/>
            </a:lvl1pPr>
          </a:lstStyle>
          <a:p>
            <a:pPr lvl="0"/>
            <a:r>
              <a:rPr lang="de-DE" dirty="0"/>
              <a:t>Zweite Headline</a:t>
            </a:r>
          </a:p>
        </p:txBody>
      </p:sp>
      <p:sp>
        <p:nvSpPr>
          <p:cNvPr id="20" name="Textplatzhalter 5"/>
          <p:cNvSpPr>
            <a:spLocks noGrp="1"/>
          </p:cNvSpPr>
          <p:nvPr>
            <p:ph type="body" sz="quarter" idx="16" hasCustomPrompt="1"/>
          </p:nvPr>
        </p:nvSpPr>
        <p:spPr bwMode="gray">
          <a:xfrm>
            <a:off x="538163" y="4037359"/>
            <a:ext cx="5735071" cy="179573"/>
          </a:xfrm>
        </p:spPr>
        <p:txBody>
          <a:bodyPr/>
          <a:lstStyle>
            <a:lvl1pPr marL="0" indent="0">
              <a:lnSpc>
                <a:spcPct val="90000"/>
              </a:lnSpc>
              <a:buNone/>
              <a:defRPr/>
            </a:lvl1pPr>
          </a:lstStyle>
          <a:p>
            <a:pPr lvl="0"/>
            <a:r>
              <a:rPr lang="de-DE" dirty="0"/>
              <a:t>Optionaler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 Titel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10" name="Bildplatzhalter 9"/>
          <p:cNvSpPr>
            <a:spLocks noGrp="1" noChangeAspect="1"/>
          </p:cNvSpPr>
          <p:nvPr>
            <p:ph type="pic" sz="quarter" idx="10" hasCustomPrompt="1"/>
          </p:nvPr>
        </p:nvSpPr>
        <p:spPr bwMode="gray">
          <a:xfrm>
            <a:off x="1" y="1244140"/>
            <a:ext cx="11651467" cy="3307824"/>
          </a:xfrm>
          <a:custGeom>
            <a:avLst/>
            <a:gdLst>
              <a:gd name="connsiteX0" fmla="*/ 0 w 11655425"/>
              <a:gd name="connsiteY0" fmla="*/ 0 h 4120164"/>
              <a:gd name="connsiteX1" fmla="*/ 9595343 w 11655425"/>
              <a:gd name="connsiteY1" fmla="*/ 0 h 4120164"/>
              <a:gd name="connsiteX2" fmla="*/ 11655425 w 11655425"/>
              <a:gd name="connsiteY2" fmla="*/ 2060082 h 4120164"/>
              <a:gd name="connsiteX3" fmla="*/ 9595343 w 11655425"/>
              <a:gd name="connsiteY3" fmla="*/ 4120164 h 4120164"/>
              <a:gd name="connsiteX4" fmla="*/ 0 w 11655425"/>
              <a:gd name="connsiteY4" fmla="*/ 4120164 h 4120164"/>
              <a:gd name="connsiteX0-1" fmla="*/ 0 w 11655425"/>
              <a:gd name="connsiteY0-2" fmla="*/ 0 h 4120164"/>
              <a:gd name="connsiteX1-3" fmla="*/ 9595343 w 11655425"/>
              <a:gd name="connsiteY1-4" fmla="*/ 0 h 4120164"/>
              <a:gd name="connsiteX2-5" fmla="*/ 11655425 w 11655425"/>
              <a:gd name="connsiteY2-6" fmla="*/ 2060082 h 4120164"/>
              <a:gd name="connsiteX3-7" fmla="*/ 9595343 w 11655425"/>
              <a:gd name="connsiteY3-8" fmla="*/ 4120164 h 4120164"/>
              <a:gd name="connsiteX4-9" fmla="*/ 0 w 11655425"/>
              <a:gd name="connsiteY4-10" fmla="*/ 4120164 h 4120164"/>
              <a:gd name="connsiteX5" fmla="*/ 0 w 11655425"/>
              <a:gd name="connsiteY5" fmla="*/ 0 h 412016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11655425" h="4120164">
                <a:moveTo>
                  <a:pt x="0" y="0"/>
                </a:moveTo>
                <a:lnTo>
                  <a:pt x="9595343" y="0"/>
                </a:lnTo>
                <a:cubicBezTo>
                  <a:pt x="10733095" y="0"/>
                  <a:pt x="11655425" y="648137"/>
                  <a:pt x="11655425" y="2060082"/>
                </a:cubicBezTo>
                <a:cubicBezTo>
                  <a:pt x="11655425" y="3472027"/>
                  <a:pt x="10733095" y="4120164"/>
                  <a:pt x="9595343" y="4120164"/>
                </a:cubicBezTo>
                <a:lnTo>
                  <a:pt x="0" y="4120164"/>
                </a:lnTo>
                <a:lnTo>
                  <a:pt x="0" y="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Titel 2"/>
          <p:cNvSpPr>
            <a:spLocks noGrp="1"/>
          </p:cNvSpPr>
          <p:nvPr>
            <p:ph type="title" hasCustomPrompt="1"/>
          </p:nvPr>
        </p:nvSpPr>
        <p:spPr bwMode="gray">
          <a:xfrm>
            <a:off x="540000" y="4903319"/>
            <a:ext cx="11112000" cy="540000"/>
          </a:xfrm>
        </p:spPr>
        <p:txBody>
          <a:bodyPr/>
          <a:lstStyle>
            <a:lvl1pPr>
              <a:defRPr sz="4000" cap="all" spc="400" baseline="0">
                <a:solidFill>
                  <a:schemeClr val="bg1"/>
                </a:solidFill>
              </a:defRPr>
            </a:lvl1pPr>
          </a:lstStyle>
          <a:p>
            <a:r>
              <a:rPr lang="de-DE" noProof="0" dirty="0"/>
              <a:t>Titel Ihrer Präsentation</a:t>
            </a:r>
          </a:p>
        </p:txBody>
      </p:sp>
      <p:sp>
        <p:nvSpPr>
          <p:cNvPr id="7" name="Subtitle"/>
          <p:cNvSpPr>
            <a:spLocks noGrp="1"/>
          </p:cNvSpPr>
          <p:nvPr>
            <p:ph type="body" sz="quarter" idx="13" hasCustomPrompt="1"/>
          </p:nvPr>
        </p:nvSpPr>
        <p:spPr bwMode="gray">
          <a:xfrm>
            <a:off x="540000" y="5495200"/>
            <a:ext cx="11112000" cy="360000"/>
          </a:xfrm>
        </p:spPr>
        <p:txBody>
          <a:bodyPr/>
          <a:lstStyle>
            <a:lvl1pPr marL="0" indent="0">
              <a:lnSpc>
                <a:spcPct val="90000"/>
              </a:lnSpc>
              <a:spcAft>
                <a:spcPts val="0"/>
              </a:spcAft>
              <a:buNone/>
              <a:defRPr sz="2200" baseline="0">
                <a:solidFill>
                  <a:schemeClr val="bg1"/>
                </a:solidFill>
              </a:defRPr>
            </a:lvl1pPr>
          </a:lstStyle>
          <a:p>
            <a:pPr lvl="0"/>
            <a:r>
              <a:rPr lang="de-DE" noProof="0" dirty="0"/>
              <a:t>Zweite Headline</a:t>
            </a:r>
          </a:p>
        </p:txBody>
      </p:sp>
      <p:sp>
        <p:nvSpPr>
          <p:cNvPr id="2" name="Textplatzhalter 5"/>
          <p:cNvSpPr>
            <a:spLocks noGrp="1"/>
          </p:cNvSpPr>
          <p:nvPr>
            <p:ph type="body" sz="quarter" idx="14" hasCustomPrompt="1"/>
          </p:nvPr>
        </p:nvSpPr>
        <p:spPr bwMode="gray">
          <a:xfrm>
            <a:off x="540533" y="6220043"/>
            <a:ext cx="11110939" cy="216000"/>
          </a:xfrm>
        </p:spPr>
        <p:txBody>
          <a:bodyPr anchor="b"/>
          <a:lstStyle>
            <a:lvl1pPr marL="0" indent="0">
              <a:lnSpc>
                <a:spcPct val="90000"/>
              </a:lnSpc>
              <a:buNone/>
              <a:defRPr sz="1100">
                <a:solidFill>
                  <a:schemeClr val="bg1"/>
                </a:solidFill>
              </a:defRPr>
            </a:lvl1pPr>
          </a:lstStyle>
          <a:p>
            <a:pPr lvl="0"/>
            <a:r>
              <a:rPr lang="de-DE" dirty="0"/>
              <a:t>Optionaler Text</a:t>
            </a:r>
          </a:p>
        </p:txBody>
      </p:sp>
      <p:cxnSp>
        <p:nvCxnSpPr>
          <p:cNvPr id="4" name="Straight Connector 8"/>
          <p:cNvCxnSpPr/>
          <p:nvPr userDrawn="1"/>
        </p:nvCxnSpPr>
        <p:spPr bwMode="gray">
          <a:xfrm>
            <a:off x="540000" y="6026253"/>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76248" y="26181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C Titel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10" name="Bildplatzhalter 9"/>
          <p:cNvSpPr>
            <a:spLocks noGrp="1" noChangeAspect="1"/>
          </p:cNvSpPr>
          <p:nvPr>
            <p:ph type="pic" sz="quarter" idx="10" hasCustomPrompt="1"/>
          </p:nvPr>
        </p:nvSpPr>
        <p:spPr bwMode="gray">
          <a:xfrm>
            <a:off x="5" y="0"/>
            <a:ext cx="12191999" cy="4336928"/>
          </a:xfrm>
          <a:prstGeom prst="rect">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Titel 2"/>
          <p:cNvSpPr>
            <a:spLocks noGrp="1"/>
          </p:cNvSpPr>
          <p:nvPr>
            <p:ph type="title" hasCustomPrompt="1"/>
          </p:nvPr>
        </p:nvSpPr>
        <p:spPr bwMode="gray">
          <a:xfrm>
            <a:off x="540000" y="4903319"/>
            <a:ext cx="11112000" cy="540000"/>
          </a:xfrm>
        </p:spPr>
        <p:txBody>
          <a:bodyPr/>
          <a:lstStyle>
            <a:lvl1pPr>
              <a:defRPr sz="4000" cap="all" spc="400" baseline="0">
                <a:solidFill>
                  <a:schemeClr val="bg1"/>
                </a:solidFill>
              </a:defRPr>
            </a:lvl1pPr>
          </a:lstStyle>
          <a:p>
            <a:r>
              <a:rPr lang="de-DE" noProof="0" dirty="0"/>
              <a:t>Titel Ihrer Präsentation</a:t>
            </a:r>
          </a:p>
        </p:txBody>
      </p:sp>
      <p:sp>
        <p:nvSpPr>
          <p:cNvPr id="7" name="Subtitle"/>
          <p:cNvSpPr>
            <a:spLocks noGrp="1"/>
          </p:cNvSpPr>
          <p:nvPr>
            <p:ph type="body" sz="quarter" idx="13" hasCustomPrompt="1"/>
          </p:nvPr>
        </p:nvSpPr>
        <p:spPr bwMode="gray">
          <a:xfrm>
            <a:off x="540000" y="5495200"/>
            <a:ext cx="11112000" cy="360000"/>
          </a:xfrm>
        </p:spPr>
        <p:txBody>
          <a:bodyPr/>
          <a:lstStyle>
            <a:lvl1pPr marL="0" indent="0">
              <a:lnSpc>
                <a:spcPct val="90000"/>
              </a:lnSpc>
              <a:spcAft>
                <a:spcPts val="0"/>
              </a:spcAft>
              <a:buNone/>
              <a:defRPr sz="2200" baseline="0">
                <a:solidFill>
                  <a:schemeClr val="bg1"/>
                </a:solidFill>
              </a:defRPr>
            </a:lvl1pPr>
          </a:lstStyle>
          <a:p>
            <a:pPr lvl="0"/>
            <a:r>
              <a:rPr lang="de-DE" noProof="0" dirty="0"/>
              <a:t>Zweite Headline</a:t>
            </a:r>
          </a:p>
        </p:txBody>
      </p:sp>
      <p:sp>
        <p:nvSpPr>
          <p:cNvPr id="2" name="Textplatzhalter 5"/>
          <p:cNvSpPr>
            <a:spLocks noGrp="1"/>
          </p:cNvSpPr>
          <p:nvPr>
            <p:ph type="body" sz="quarter" idx="14" hasCustomPrompt="1"/>
          </p:nvPr>
        </p:nvSpPr>
        <p:spPr bwMode="gray">
          <a:xfrm>
            <a:off x="540533" y="6220043"/>
            <a:ext cx="11110939" cy="216000"/>
          </a:xfrm>
        </p:spPr>
        <p:txBody>
          <a:bodyPr anchor="b"/>
          <a:lstStyle>
            <a:lvl1pPr marL="0" indent="0">
              <a:lnSpc>
                <a:spcPct val="90000"/>
              </a:lnSpc>
              <a:buNone/>
              <a:defRPr sz="1100">
                <a:solidFill>
                  <a:schemeClr val="bg1"/>
                </a:solidFill>
              </a:defRPr>
            </a:lvl1pPr>
          </a:lstStyle>
          <a:p>
            <a:pPr lvl="0"/>
            <a:r>
              <a:rPr lang="de-DE" dirty="0"/>
              <a:t>Optionaler Text</a:t>
            </a:r>
          </a:p>
        </p:txBody>
      </p:sp>
      <p:cxnSp>
        <p:nvCxnSpPr>
          <p:cNvPr id="8" name="Straight Connector 8"/>
          <p:cNvCxnSpPr/>
          <p:nvPr userDrawn="1"/>
        </p:nvCxnSpPr>
        <p:spPr bwMode="gray">
          <a:xfrm>
            <a:off x="540000" y="6026253"/>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Gruppieren 8"/>
          <p:cNvGrpSpPr>
            <a:grpSpLocks noChangeAspect="1"/>
          </p:cNvGrpSpPr>
          <p:nvPr userDrawn="1"/>
        </p:nvGrpSpPr>
        <p:grpSpPr>
          <a:xfrm>
            <a:off x="8765381" y="1720044"/>
            <a:ext cx="3426623" cy="2402084"/>
            <a:chOff x="7582680" y="1972513"/>
            <a:chExt cx="4621936" cy="3240006"/>
          </a:xfrm>
        </p:grpSpPr>
        <p:sp>
          <p:nvSpPr>
            <p:cNvPr id="12" name="Abgerundetes Rechteck 11"/>
            <p:cNvSpPr/>
            <p:nvPr userDrawn="1"/>
          </p:nvSpPr>
          <p:spPr bwMode="gray">
            <a:xfrm rot="10800000">
              <a:off x="7582680" y="4132515"/>
              <a:ext cx="3630368" cy="1079993"/>
            </a:xfrm>
            <a:prstGeom prst="roundRect">
              <a:avLst>
                <a:gd name="adj" fmla="val 50000"/>
              </a:avLst>
            </a:prstGeom>
            <a:solidFill>
              <a:schemeClr val="accent1">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Träne 12"/>
            <p:cNvSpPr/>
            <p:nvPr userDrawn="1"/>
          </p:nvSpPr>
          <p:spPr bwMode="gray">
            <a:xfrm rot="5400000">
              <a:off x="9053134" y="3052600"/>
              <a:ext cx="1080000" cy="1079826"/>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4" name="Ecken des Rechtecks auf der gleichen Seite abrunden 13"/>
            <p:cNvSpPr/>
            <p:nvPr userDrawn="1"/>
          </p:nvSpPr>
          <p:spPr bwMode="gray">
            <a:xfrm rot="5400000">
              <a:off x="9593047" y="2512513"/>
              <a:ext cx="2160000" cy="1080000"/>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5" name="Freihandform 14"/>
            <p:cNvSpPr/>
            <p:nvPr userDrawn="1"/>
          </p:nvSpPr>
          <p:spPr bwMode="gray">
            <a:xfrm rot="10800000">
              <a:off x="11124613" y="3052513"/>
              <a:ext cx="1080003" cy="2160006"/>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grpSp>
      <p:pic>
        <p:nvPicPr>
          <p:cNvPr id="17" name="Grafik 16"/>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381155" y="253114"/>
            <a:ext cx="2743200" cy="7186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C Titel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5" name="Titel 2"/>
          <p:cNvSpPr>
            <a:spLocks noGrp="1"/>
          </p:cNvSpPr>
          <p:nvPr>
            <p:ph type="title" hasCustomPrompt="1"/>
          </p:nvPr>
        </p:nvSpPr>
        <p:spPr bwMode="gray">
          <a:xfrm>
            <a:off x="540001" y="2704992"/>
            <a:ext cx="6567811" cy="1672597"/>
          </a:xfrm>
        </p:spPr>
        <p:txBody>
          <a:bodyPr anchor="ctr"/>
          <a:lstStyle>
            <a:lvl1pPr>
              <a:defRPr sz="5400" cap="all" spc="400" baseline="0">
                <a:solidFill>
                  <a:schemeClr val="bg1"/>
                </a:solidFill>
              </a:defRPr>
            </a:lvl1pPr>
          </a:lstStyle>
          <a:p>
            <a:r>
              <a:rPr lang="de-DE" noProof="0" dirty="0"/>
              <a:t>Titel Ihrer Präsentation</a:t>
            </a:r>
          </a:p>
        </p:txBody>
      </p:sp>
      <p:sp>
        <p:nvSpPr>
          <p:cNvPr id="15" name="Textfeld 14"/>
          <p:cNvSpPr txBox="1"/>
          <p:nvPr userDrawn="1"/>
        </p:nvSpPr>
        <p:spPr bwMode="gray">
          <a:xfrm>
            <a:off x="-952107" y="342193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17" name="Textfeld 16"/>
          <p:cNvSpPr txBox="1"/>
          <p:nvPr userDrawn="1"/>
        </p:nvSpPr>
        <p:spPr bwMode="gray">
          <a:xfrm>
            <a:off x="3026004" y="-70701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grpSp>
        <p:nvGrpSpPr>
          <p:cNvPr id="21" name="Gruppieren 20"/>
          <p:cNvGrpSpPr/>
          <p:nvPr userDrawn="1"/>
        </p:nvGrpSpPr>
        <p:grpSpPr>
          <a:xfrm>
            <a:off x="-1590" y="-5"/>
            <a:ext cx="2984900" cy="1979629"/>
            <a:chOff x="-1590" y="-5"/>
            <a:chExt cx="2984900" cy="1979629"/>
          </a:xfrm>
        </p:grpSpPr>
        <p:sp>
          <p:nvSpPr>
            <p:cNvPr id="20" name="Rechteck 19"/>
            <p:cNvSpPr/>
            <p:nvPr userDrawn="1"/>
          </p:nvSpPr>
          <p:spPr bwMode="gray">
            <a:xfrm rot="10800000">
              <a:off x="961532" y="-3"/>
              <a:ext cx="1508289" cy="10047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8" name="Träne 17"/>
            <p:cNvSpPr/>
            <p:nvPr userDrawn="1"/>
          </p:nvSpPr>
          <p:spPr bwMode="gray">
            <a:xfrm rot="10800000">
              <a:off x="1978410" y="-2"/>
              <a:ext cx="1004900" cy="1004738"/>
            </a:xfrm>
            <a:prstGeom prst="teardrop">
              <a:avLst>
                <a:gd name="adj" fmla="val 9939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9" name="Oval 18"/>
            <p:cNvSpPr/>
            <p:nvPr userDrawn="1"/>
          </p:nvSpPr>
          <p:spPr bwMode="gray">
            <a:xfrm rot="10800000">
              <a:off x="-1590" y="-5"/>
              <a:ext cx="1980000" cy="197962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sp>
        <p:nvSpPr>
          <p:cNvPr id="22" name="Ecken des Rechtecks auf der gleichen Seite abrunden 21"/>
          <p:cNvSpPr/>
          <p:nvPr userDrawn="1"/>
        </p:nvSpPr>
        <p:spPr bwMode="gray">
          <a:xfrm rot="5400000">
            <a:off x="5915334" y="507081"/>
            <a:ext cx="1963393" cy="981697"/>
          </a:xfrm>
          <a:prstGeom prst="round2SameRect">
            <a:avLst>
              <a:gd name="adj1" fmla="val 50000"/>
              <a:gd name="adj2"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3" name="Freihandform 22"/>
          <p:cNvSpPr/>
          <p:nvPr userDrawn="1"/>
        </p:nvSpPr>
        <p:spPr bwMode="gray">
          <a:xfrm rot="10800000">
            <a:off x="5924928" y="999987"/>
            <a:ext cx="489821" cy="979643"/>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24" name="Abgerundetes Rechteck 23"/>
          <p:cNvSpPr/>
          <p:nvPr userDrawn="1"/>
        </p:nvSpPr>
        <p:spPr bwMode="gray">
          <a:xfrm rot="10800000">
            <a:off x="7387875" y="999985"/>
            <a:ext cx="3123012" cy="979643"/>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5" name="Freihandform 24"/>
          <p:cNvSpPr/>
          <p:nvPr userDrawn="1"/>
        </p:nvSpPr>
        <p:spPr bwMode="gray">
          <a:xfrm rot="5400000">
            <a:off x="8032720" y="-496084"/>
            <a:ext cx="1012131" cy="1980000"/>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26" name="Ecken des Rechtecks auf der gleichen Seite abrunden 25"/>
          <p:cNvSpPr/>
          <p:nvPr userDrawn="1"/>
        </p:nvSpPr>
        <p:spPr bwMode="gray">
          <a:xfrm rot="10800000">
            <a:off x="9529189" y="-12151"/>
            <a:ext cx="3678099" cy="1011681"/>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nvGrpSpPr>
          <p:cNvPr id="27" name="Gruppieren 26"/>
          <p:cNvGrpSpPr/>
          <p:nvPr userDrawn="1"/>
        </p:nvGrpSpPr>
        <p:grpSpPr>
          <a:xfrm flipH="1">
            <a:off x="9205511" y="1991779"/>
            <a:ext cx="2984900" cy="1979629"/>
            <a:chOff x="-1590" y="-5"/>
            <a:chExt cx="2984900" cy="1979629"/>
          </a:xfrm>
        </p:grpSpPr>
        <p:sp>
          <p:nvSpPr>
            <p:cNvPr id="28" name="Rechteck 27"/>
            <p:cNvSpPr/>
            <p:nvPr userDrawn="1"/>
          </p:nvSpPr>
          <p:spPr bwMode="gray">
            <a:xfrm rot="10800000">
              <a:off x="961532" y="-3"/>
              <a:ext cx="1508289" cy="10047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9" name="Träne 28"/>
            <p:cNvSpPr/>
            <p:nvPr userDrawn="1"/>
          </p:nvSpPr>
          <p:spPr bwMode="gray">
            <a:xfrm rot="10800000">
              <a:off x="1978410" y="-2"/>
              <a:ext cx="1004900" cy="1004738"/>
            </a:xfrm>
            <a:prstGeom prst="teardrop">
              <a:avLst>
                <a:gd name="adj" fmla="val 9939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30" name="Oval 29"/>
            <p:cNvSpPr/>
            <p:nvPr userDrawn="1"/>
          </p:nvSpPr>
          <p:spPr bwMode="gray">
            <a:xfrm rot="10800000">
              <a:off x="-1590" y="-5"/>
              <a:ext cx="1980000" cy="197962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sp>
        <p:nvSpPr>
          <p:cNvPr id="33" name="Freihandform 32"/>
          <p:cNvSpPr/>
          <p:nvPr userDrawn="1"/>
        </p:nvSpPr>
        <p:spPr bwMode="gray">
          <a:xfrm>
            <a:off x="5935088" y="4516176"/>
            <a:ext cx="3123013" cy="979644"/>
          </a:xfrm>
          <a:custGeom>
            <a:avLst/>
            <a:gdLst>
              <a:gd name="connsiteX0" fmla="*/ 489823 w 3123013"/>
              <a:gd name="connsiteY0" fmla="*/ 0 h 979644"/>
              <a:gd name="connsiteX1" fmla="*/ 2633191 w 3123013"/>
              <a:gd name="connsiteY1" fmla="*/ 1 h 979644"/>
              <a:gd name="connsiteX2" fmla="*/ 2637576 w 3123013"/>
              <a:gd name="connsiteY2" fmla="*/ 443 h 979644"/>
              <a:gd name="connsiteX3" fmla="*/ 3123013 w 3123013"/>
              <a:gd name="connsiteY3" fmla="*/ 443 h 979644"/>
              <a:gd name="connsiteX4" fmla="*/ 3123013 w 3123013"/>
              <a:gd name="connsiteY4" fmla="*/ 489822 h 979644"/>
              <a:gd name="connsiteX5" fmla="*/ 3123013 w 3123013"/>
              <a:gd name="connsiteY5" fmla="*/ 489823 h 979644"/>
              <a:gd name="connsiteX6" fmla="*/ 3123013 w 3123013"/>
              <a:gd name="connsiteY6" fmla="*/ 490043 h 979644"/>
              <a:gd name="connsiteX7" fmla="*/ 2633413 w 3123013"/>
              <a:gd name="connsiteY7" fmla="*/ 979643 h 979644"/>
              <a:gd name="connsiteX8" fmla="*/ 2633307 w 3123013"/>
              <a:gd name="connsiteY8" fmla="*/ 979633 h 979644"/>
              <a:gd name="connsiteX9" fmla="*/ 2633191 w 3123013"/>
              <a:gd name="connsiteY9" fmla="*/ 979644 h 979644"/>
              <a:gd name="connsiteX10" fmla="*/ 489822 w 3123013"/>
              <a:gd name="connsiteY10" fmla="*/ 979644 h 979644"/>
              <a:gd name="connsiteX11" fmla="*/ 0 w 3123013"/>
              <a:gd name="connsiteY11" fmla="*/ 489822 h 979644"/>
              <a:gd name="connsiteX12" fmla="*/ 1 w 3123013"/>
              <a:gd name="connsiteY12" fmla="*/ 489822 h 979644"/>
              <a:gd name="connsiteX13" fmla="*/ 489823 w 3123013"/>
              <a:gd name="connsiteY13" fmla="*/ 0 h 97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23013" h="979644">
                <a:moveTo>
                  <a:pt x="489823" y="0"/>
                </a:moveTo>
                <a:lnTo>
                  <a:pt x="2633191" y="1"/>
                </a:lnTo>
                <a:lnTo>
                  <a:pt x="2637576" y="443"/>
                </a:lnTo>
                <a:lnTo>
                  <a:pt x="3123013" y="443"/>
                </a:lnTo>
                <a:lnTo>
                  <a:pt x="3123013" y="489822"/>
                </a:lnTo>
                <a:lnTo>
                  <a:pt x="3123013" y="489823"/>
                </a:lnTo>
                <a:lnTo>
                  <a:pt x="3123013" y="490043"/>
                </a:lnTo>
                <a:cubicBezTo>
                  <a:pt x="3123013" y="760442"/>
                  <a:pt x="2903812" y="979643"/>
                  <a:pt x="2633413" y="979643"/>
                </a:cubicBezTo>
                <a:lnTo>
                  <a:pt x="2633307" y="979633"/>
                </a:lnTo>
                <a:lnTo>
                  <a:pt x="2633191" y="979644"/>
                </a:lnTo>
                <a:lnTo>
                  <a:pt x="489822" y="979644"/>
                </a:lnTo>
                <a:cubicBezTo>
                  <a:pt x="219301" y="979644"/>
                  <a:pt x="0" y="760343"/>
                  <a:pt x="0" y="489822"/>
                </a:cubicBezTo>
                <a:lnTo>
                  <a:pt x="1" y="489822"/>
                </a:lnTo>
                <a:cubicBezTo>
                  <a:pt x="1" y="219301"/>
                  <a:pt x="219302" y="0"/>
                  <a:pt x="489823"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34" name="Ecken des Rechtecks auf der gleichen Seite abrunden 33"/>
          <p:cNvSpPr/>
          <p:nvPr userDrawn="1"/>
        </p:nvSpPr>
        <p:spPr bwMode="gray">
          <a:xfrm rot="16200000">
            <a:off x="10350212" y="4662708"/>
            <a:ext cx="2520944" cy="1162639"/>
          </a:xfrm>
          <a:prstGeom prst="round2SameRect">
            <a:avLst>
              <a:gd name="adj1" fmla="val 38265"/>
              <a:gd name="adj2"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35" name="Oval 34"/>
          <p:cNvSpPr/>
          <p:nvPr userDrawn="1"/>
        </p:nvSpPr>
        <p:spPr bwMode="gray">
          <a:xfrm rot="10800000" flipH="1">
            <a:off x="9058729" y="3596891"/>
            <a:ext cx="1980000" cy="197962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sp>
        <p:nvSpPr>
          <p:cNvPr id="13"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4" name="Textplatzhalter 3"/>
          <p:cNvSpPr>
            <a:spLocks noGrp="1"/>
          </p:cNvSpPr>
          <p:nvPr>
            <p:ph type="body" sz="quarter" idx="19" hasCustomPrompt="1"/>
          </p:nvPr>
        </p:nvSpPr>
        <p:spPr bwMode="gray">
          <a:xfrm>
            <a:off x="535375" y="193604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5" name="Textplatzhalter 3"/>
          <p:cNvSpPr>
            <a:spLocks noGrp="1"/>
          </p:cNvSpPr>
          <p:nvPr>
            <p:ph type="body" sz="quarter" idx="20" hasCustomPrompt="1"/>
          </p:nvPr>
        </p:nvSpPr>
        <p:spPr bwMode="gray">
          <a:xfrm>
            <a:off x="535375" y="3278903"/>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11" name="Textplatzhalter 3"/>
          <p:cNvSpPr>
            <a:spLocks noGrp="1"/>
          </p:cNvSpPr>
          <p:nvPr>
            <p:ph type="body" sz="quarter" idx="21" hasCustomPrompt="1"/>
          </p:nvPr>
        </p:nvSpPr>
        <p:spPr bwMode="gray">
          <a:xfrm>
            <a:off x="535375" y="462177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14" name="Textplatzhalter 13"/>
          <p:cNvSpPr>
            <a:spLocks noGrp="1"/>
          </p:cNvSpPr>
          <p:nvPr>
            <p:ph type="body" sz="quarter" idx="22" hasCustomPrompt="1"/>
          </p:nvPr>
        </p:nvSpPr>
        <p:spPr bwMode="gray">
          <a:xfrm rot="5400000">
            <a:off x="1445843" y="232569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5" name="Textplatzhalter 13"/>
          <p:cNvSpPr>
            <a:spLocks noGrp="1"/>
          </p:cNvSpPr>
          <p:nvPr>
            <p:ph type="body" sz="quarter" idx="23" hasCustomPrompt="1"/>
          </p:nvPr>
        </p:nvSpPr>
        <p:spPr bwMode="gray">
          <a:xfrm rot="5400000">
            <a:off x="1445843" y="3668556"/>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6" name="Textplatzhalter 13"/>
          <p:cNvSpPr>
            <a:spLocks noGrp="1"/>
          </p:cNvSpPr>
          <p:nvPr>
            <p:ph type="body" sz="quarter" idx="24" hasCustomPrompt="1"/>
          </p:nvPr>
        </p:nvSpPr>
        <p:spPr bwMode="gray">
          <a:xfrm rot="5400000">
            <a:off x="1445843" y="501142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8" name="Textplatzhalter 17"/>
          <p:cNvSpPr>
            <a:spLocks noGrp="1"/>
          </p:cNvSpPr>
          <p:nvPr>
            <p:ph type="body" sz="quarter" idx="25" hasCustomPrompt="1"/>
          </p:nvPr>
        </p:nvSpPr>
        <p:spPr bwMode="gray">
          <a:xfrm>
            <a:off x="2014275" y="1936404"/>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19" name="Textplatzhalter 17"/>
          <p:cNvSpPr>
            <a:spLocks noGrp="1"/>
          </p:cNvSpPr>
          <p:nvPr>
            <p:ph type="body" sz="quarter" idx="26" hasCustomPrompt="1"/>
          </p:nvPr>
        </p:nvSpPr>
        <p:spPr bwMode="gray">
          <a:xfrm>
            <a:off x="2014275" y="3279829"/>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0" name="Textplatzhalter 17"/>
          <p:cNvSpPr>
            <a:spLocks noGrp="1"/>
          </p:cNvSpPr>
          <p:nvPr>
            <p:ph type="body" sz="quarter" idx="27" hasCustomPrompt="1"/>
          </p:nvPr>
        </p:nvSpPr>
        <p:spPr bwMode="gray">
          <a:xfrm>
            <a:off x="2014275" y="4622697"/>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1" name="Textplatzhalter 3"/>
          <p:cNvSpPr>
            <a:spLocks noGrp="1"/>
          </p:cNvSpPr>
          <p:nvPr>
            <p:ph type="body" sz="quarter" idx="28" hasCustomPrompt="1"/>
          </p:nvPr>
        </p:nvSpPr>
        <p:spPr bwMode="gray">
          <a:xfrm>
            <a:off x="6573101" y="193604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22" name="Textplatzhalter 3"/>
          <p:cNvSpPr>
            <a:spLocks noGrp="1"/>
          </p:cNvSpPr>
          <p:nvPr>
            <p:ph type="body" sz="quarter" idx="29" hasCustomPrompt="1"/>
          </p:nvPr>
        </p:nvSpPr>
        <p:spPr bwMode="gray">
          <a:xfrm>
            <a:off x="6573101" y="3278903"/>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23" name="Textplatzhalter 3"/>
          <p:cNvSpPr>
            <a:spLocks noGrp="1"/>
          </p:cNvSpPr>
          <p:nvPr>
            <p:ph type="body" sz="quarter" idx="30" hasCustomPrompt="1"/>
          </p:nvPr>
        </p:nvSpPr>
        <p:spPr bwMode="gray">
          <a:xfrm>
            <a:off x="6573101" y="462177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24" name="Textplatzhalter 13"/>
          <p:cNvSpPr>
            <a:spLocks noGrp="1"/>
          </p:cNvSpPr>
          <p:nvPr>
            <p:ph type="body" sz="quarter" idx="31" hasCustomPrompt="1"/>
          </p:nvPr>
        </p:nvSpPr>
        <p:spPr bwMode="gray">
          <a:xfrm rot="5400000">
            <a:off x="7483568" y="232569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5" name="Textplatzhalter 13"/>
          <p:cNvSpPr>
            <a:spLocks noGrp="1"/>
          </p:cNvSpPr>
          <p:nvPr>
            <p:ph type="body" sz="quarter" idx="32" hasCustomPrompt="1"/>
          </p:nvPr>
        </p:nvSpPr>
        <p:spPr bwMode="gray">
          <a:xfrm rot="5400000">
            <a:off x="7483568" y="3668556"/>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6" name="Textplatzhalter 13"/>
          <p:cNvSpPr>
            <a:spLocks noGrp="1"/>
          </p:cNvSpPr>
          <p:nvPr>
            <p:ph type="body" sz="quarter" idx="33" hasCustomPrompt="1"/>
          </p:nvPr>
        </p:nvSpPr>
        <p:spPr bwMode="gray">
          <a:xfrm rot="5400000">
            <a:off x="7483568" y="501142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7" name="Textplatzhalter 17"/>
          <p:cNvSpPr>
            <a:spLocks noGrp="1"/>
          </p:cNvSpPr>
          <p:nvPr>
            <p:ph type="body" sz="quarter" idx="34" hasCustomPrompt="1"/>
          </p:nvPr>
        </p:nvSpPr>
        <p:spPr bwMode="gray">
          <a:xfrm>
            <a:off x="8052000" y="1936404"/>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8" name="Textplatzhalter 17"/>
          <p:cNvSpPr>
            <a:spLocks noGrp="1"/>
          </p:cNvSpPr>
          <p:nvPr>
            <p:ph type="body" sz="quarter" idx="35" hasCustomPrompt="1"/>
          </p:nvPr>
        </p:nvSpPr>
        <p:spPr bwMode="gray">
          <a:xfrm>
            <a:off x="8052000" y="3279829"/>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9" name="Textplatzhalter 17"/>
          <p:cNvSpPr>
            <a:spLocks noGrp="1"/>
          </p:cNvSpPr>
          <p:nvPr>
            <p:ph type="body" sz="quarter" idx="36" hasCustomPrompt="1"/>
          </p:nvPr>
        </p:nvSpPr>
        <p:spPr bwMode="gray">
          <a:xfrm>
            <a:off x="8052000" y="4622697"/>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6" name="Titel 5"/>
          <p:cNvSpPr>
            <a:spLocks noGrp="1" noRot="1" noMove="1" noResize="1" noEditPoints="1" noAdjustHandles="1" noChangeArrowheads="1" noChangeShapeType="1"/>
          </p:cNvSpPr>
          <p:nvPr>
            <p:ph type="title" hasCustomPrompt="1"/>
          </p:nvPr>
        </p:nvSpPr>
        <p:spPr bwMode="gray"/>
        <p:txBody>
          <a:bodyPr/>
          <a:lstStyle/>
          <a:p>
            <a:r>
              <a:rPr lang="de-DE" dirty="0"/>
              <a:t>Mastertitelformat bearbeiten</a:t>
            </a:r>
          </a:p>
        </p:txBody>
      </p:sp>
      <p:sp>
        <p:nvSpPr>
          <p:cNvPr id="2" name="Textfeld 1"/>
          <p:cNvSpPr txBox="1"/>
          <p:nvPr userDrawn="1"/>
        </p:nvSpPr>
        <p:spPr bwMode="gray">
          <a:xfrm>
            <a:off x="2555913" y="969484"/>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dirty="0" err="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genda 10">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4" name="Textplatzhalter 3"/>
          <p:cNvSpPr>
            <a:spLocks noGrp="1"/>
          </p:cNvSpPr>
          <p:nvPr>
            <p:ph type="body" sz="quarter" idx="19" hasCustomPrompt="1"/>
          </p:nvPr>
        </p:nvSpPr>
        <p:spPr bwMode="gray">
          <a:xfrm>
            <a:off x="540003" y="1640889"/>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5" name="Textplatzhalter 3"/>
          <p:cNvSpPr>
            <a:spLocks noGrp="1"/>
          </p:cNvSpPr>
          <p:nvPr>
            <p:ph type="body" sz="quarter" idx="20" hasCustomPrompt="1"/>
          </p:nvPr>
        </p:nvSpPr>
        <p:spPr bwMode="gray">
          <a:xfrm>
            <a:off x="540003" y="2566283"/>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11" name="Textplatzhalter 3"/>
          <p:cNvSpPr>
            <a:spLocks noGrp="1"/>
          </p:cNvSpPr>
          <p:nvPr>
            <p:ph type="body" sz="quarter" idx="21" hasCustomPrompt="1"/>
          </p:nvPr>
        </p:nvSpPr>
        <p:spPr bwMode="gray">
          <a:xfrm>
            <a:off x="540003" y="3491677"/>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14" name="Textplatzhalter 13"/>
          <p:cNvSpPr>
            <a:spLocks noGrp="1"/>
          </p:cNvSpPr>
          <p:nvPr>
            <p:ph type="body" sz="quarter" idx="22" hasCustomPrompt="1"/>
          </p:nvPr>
        </p:nvSpPr>
        <p:spPr bwMode="gray">
          <a:xfrm rot="5400000">
            <a:off x="1281191" y="1983299"/>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5" name="Textplatzhalter 13"/>
          <p:cNvSpPr>
            <a:spLocks noGrp="1"/>
          </p:cNvSpPr>
          <p:nvPr>
            <p:ph type="body" sz="quarter" idx="23" hasCustomPrompt="1"/>
          </p:nvPr>
        </p:nvSpPr>
        <p:spPr bwMode="gray">
          <a:xfrm rot="5400000">
            <a:off x="1281191" y="2908707"/>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6" name="Textplatzhalter 13"/>
          <p:cNvSpPr>
            <a:spLocks noGrp="1"/>
          </p:cNvSpPr>
          <p:nvPr>
            <p:ph type="body" sz="quarter" idx="24" hasCustomPrompt="1"/>
          </p:nvPr>
        </p:nvSpPr>
        <p:spPr bwMode="gray">
          <a:xfrm rot="5400000">
            <a:off x="1281191" y="3834115"/>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8" name="Textplatzhalter 17"/>
          <p:cNvSpPr>
            <a:spLocks noGrp="1"/>
          </p:cNvSpPr>
          <p:nvPr>
            <p:ph type="body" sz="quarter" idx="25" hasCustomPrompt="1"/>
          </p:nvPr>
        </p:nvSpPr>
        <p:spPr bwMode="gray">
          <a:xfrm>
            <a:off x="1813623" y="1641305"/>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19" name="Textplatzhalter 17"/>
          <p:cNvSpPr>
            <a:spLocks noGrp="1"/>
          </p:cNvSpPr>
          <p:nvPr>
            <p:ph type="body" sz="quarter" idx="26" hasCustomPrompt="1"/>
          </p:nvPr>
        </p:nvSpPr>
        <p:spPr bwMode="gray">
          <a:xfrm>
            <a:off x="1813623" y="2566792"/>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0" name="Textplatzhalter 17"/>
          <p:cNvSpPr>
            <a:spLocks noGrp="1"/>
          </p:cNvSpPr>
          <p:nvPr>
            <p:ph type="body" sz="quarter" idx="27" hasCustomPrompt="1"/>
          </p:nvPr>
        </p:nvSpPr>
        <p:spPr bwMode="gray">
          <a:xfrm>
            <a:off x="1813623" y="3492324"/>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1" name="Textplatzhalter 3"/>
          <p:cNvSpPr>
            <a:spLocks noGrp="1"/>
          </p:cNvSpPr>
          <p:nvPr>
            <p:ph type="body" sz="quarter" idx="28" hasCustomPrompt="1"/>
          </p:nvPr>
        </p:nvSpPr>
        <p:spPr bwMode="gray">
          <a:xfrm>
            <a:off x="6703733" y="1640889"/>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22" name="Textplatzhalter 3"/>
          <p:cNvSpPr>
            <a:spLocks noGrp="1"/>
          </p:cNvSpPr>
          <p:nvPr>
            <p:ph type="body" sz="quarter" idx="29" hasCustomPrompt="1"/>
          </p:nvPr>
        </p:nvSpPr>
        <p:spPr bwMode="gray">
          <a:xfrm>
            <a:off x="6703733" y="2566297"/>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23" name="Textplatzhalter 3"/>
          <p:cNvSpPr>
            <a:spLocks noGrp="1"/>
          </p:cNvSpPr>
          <p:nvPr>
            <p:ph type="body" sz="quarter" idx="30" hasCustomPrompt="1"/>
          </p:nvPr>
        </p:nvSpPr>
        <p:spPr bwMode="gray">
          <a:xfrm>
            <a:off x="6703733" y="3491705"/>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24" name="Textplatzhalter 13"/>
          <p:cNvSpPr>
            <a:spLocks noGrp="1"/>
          </p:cNvSpPr>
          <p:nvPr>
            <p:ph type="body" sz="quarter" idx="31" hasCustomPrompt="1"/>
          </p:nvPr>
        </p:nvSpPr>
        <p:spPr bwMode="gray">
          <a:xfrm rot="5400000">
            <a:off x="7444920" y="1983299"/>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5" name="Textplatzhalter 13"/>
          <p:cNvSpPr>
            <a:spLocks noGrp="1"/>
          </p:cNvSpPr>
          <p:nvPr>
            <p:ph type="body" sz="quarter" idx="32" hasCustomPrompt="1"/>
          </p:nvPr>
        </p:nvSpPr>
        <p:spPr bwMode="gray">
          <a:xfrm rot="5400000">
            <a:off x="7444920" y="2908707"/>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6" name="Textplatzhalter 13"/>
          <p:cNvSpPr>
            <a:spLocks noGrp="1"/>
          </p:cNvSpPr>
          <p:nvPr>
            <p:ph type="body" sz="quarter" idx="33" hasCustomPrompt="1"/>
          </p:nvPr>
        </p:nvSpPr>
        <p:spPr bwMode="gray">
          <a:xfrm rot="5400000">
            <a:off x="7444920" y="3834115"/>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7" name="Textplatzhalter 17"/>
          <p:cNvSpPr>
            <a:spLocks noGrp="1"/>
          </p:cNvSpPr>
          <p:nvPr>
            <p:ph type="body" sz="quarter" idx="34" hasCustomPrompt="1"/>
          </p:nvPr>
        </p:nvSpPr>
        <p:spPr bwMode="gray">
          <a:xfrm>
            <a:off x="7977352" y="1641305"/>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8" name="Textplatzhalter 17"/>
          <p:cNvSpPr>
            <a:spLocks noGrp="1"/>
          </p:cNvSpPr>
          <p:nvPr>
            <p:ph type="body" sz="quarter" idx="35" hasCustomPrompt="1"/>
          </p:nvPr>
        </p:nvSpPr>
        <p:spPr bwMode="gray">
          <a:xfrm>
            <a:off x="7977352" y="2566828"/>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9" name="Textplatzhalter 17"/>
          <p:cNvSpPr>
            <a:spLocks noGrp="1"/>
          </p:cNvSpPr>
          <p:nvPr>
            <p:ph type="body" sz="quarter" idx="36" hasCustomPrompt="1"/>
          </p:nvPr>
        </p:nvSpPr>
        <p:spPr bwMode="gray">
          <a:xfrm>
            <a:off x="7977352" y="3492345"/>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 name="Textplatzhalter 3"/>
          <p:cNvSpPr>
            <a:spLocks noGrp="1"/>
          </p:cNvSpPr>
          <p:nvPr>
            <p:ph type="body" sz="quarter" idx="37" hasCustomPrompt="1"/>
          </p:nvPr>
        </p:nvSpPr>
        <p:spPr bwMode="gray">
          <a:xfrm>
            <a:off x="540003" y="4417071"/>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6" name="Textplatzhalter 13"/>
          <p:cNvSpPr>
            <a:spLocks noGrp="1"/>
          </p:cNvSpPr>
          <p:nvPr>
            <p:ph type="body" sz="quarter" idx="38" hasCustomPrompt="1"/>
          </p:nvPr>
        </p:nvSpPr>
        <p:spPr bwMode="gray">
          <a:xfrm rot="5400000">
            <a:off x="1281191" y="4759523"/>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2" name="Textplatzhalter 17"/>
          <p:cNvSpPr>
            <a:spLocks noGrp="1"/>
          </p:cNvSpPr>
          <p:nvPr>
            <p:ph type="body" sz="quarter" idx="39" hasCustomPrompt="1"/>
          </p:nvPr>
        </p:nvSpPr>
        <p:spPr bwMode="gray">
          <a:xfrm>
            <a:off x="1813623" y="4417862"/>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17" name="Textplatzhalter 3"/>
          <p:cNvSpPr>
            <a:spLocks noGrp="1"/>
          </p:cNvSpPr>
          <p:nvPr>
            <p:ph type="body" sz="quarter" idx="40" hasCustomPrompt="1"/>
          </p:nvPr>
        </p:nvSpPr>
        <p:spPr bwMode="gray">
          <a:xfrm>
            <a:off x="6703733" y="4417113"/>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30" name="Textplatzhalter 13"/>
          <p:cNvSpPr>
            <a:spLocks noGrp="1"/>
          </p:cNvSpPr>
          <p:nvPr>
            <p:ph type="body" sz="quarter" idx="41" hasCustomPrompt="1"/>
          </p:nvPr>
        </p:nvSpPr>
        <p:spPr bwMode="gray">
          <a:xfrm rot="5400000">
            <a:off x="7444920" y="4759523"/>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31" name="Textplatzhalter 17"/>
          <p:cNvSpPr>
            <a:spLocks noGrp="1"/>
          </p:cNvSpPr>
          <p:nvPr>
            <p:ph type="body" sz="quarter" idx="42" hasCustomPrompt="1"/>
          </p:nvPr>
        </p:nvSpPr>
        <p:spPr bwMode="gray">
          <a:xfrm>
            <a:off x="7977352" y="4417874"/>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32" name="Textplatzhalter 3"/>
          <p:cNvSpPr>
            <a:spLocks noGrp="1"/>
          </p:cNvSpPr>
          <p:nvPr>
            <p:ph type="body" sz="quarter" idx="43" hasCustomPrompt="1"/>
          </p:nvPr>
        </p:nvSpPr>
        <p:spPr bwMode="gray">
          <a:xfrm>
            <a:off x="540003" y="5342520"/>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33" name="Textplatzhalter 13"/>
          <p:cNvSpPr>
            <a:spLocks noGrp="1"/>
          </p:cNvSpPr>
          <p:nvPr>
            <p:ph type="body" sz="quarter" idx="44" hasCustomPrompt="1"/>
          </p:nvPr>
        </p:nvSpPr>
        <p:spPr bwMode="gray">
          <a:xfrm rot="5400000">
            <a:off x="1281191" y="5684930"/>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34" name="Textplatzhalter 17"/>
          <p:cNvSpPr>
            <a:spLocks noGrp="1"/>
          </p:cNvSpPr>
          <p:nvPr>
            <p:ph type="body" sz="quarter" idx="45" hasCustomPrompt="1"/>
          </p:nvPr>
        </p:nvSpPr>
        <p:spPr bwMode="gray">
          <a:xfrm>
            <a:off x="1813623" y="5342936"/>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35" name="Textplatzhalter 3"/>
          <p:cNvSpPr>
            <a:spLocks noGrp="1"/>
          </p:cNvSpPr>
          <p:nvPr>
            <p:ph type="body" sz="quarter" idx="46" hasCustomPrompt="1"/>
          </p:nvPr>
        </p:nvSpPr>
        <p:spPr bwMode="gray">
          <a:xfrm>
            <a:off x="6703733" y="5342520"/>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36" name="Textplatzhalter 13"/>
          <p:cNvSpPr>
            <a:spLocks noGrp="1"/>
          </p:cNvSpPr>
          <p:nvPr>
            <p:ph type="body" sz="quarter" idx="47" hasCustomPrompt="1"/>
          </p:nvPr>
        </p:nvSpPr>
        <p:spPr bwMode="gray">
          <a:xfrm rot="5400000">
            <a:off x="7444920" y="5684930"/>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37" name="Textplatzhalter 17"/>
          <p:cNvSpPr>
            <a:spLocks noGrp="1"/>
          </p:cNvSpPr>
          <p:nvPr>
            <p:ph type="body" sz="quarter" idx="48" hasCustomPrompt="1"/>
          </p:nvPr>
        </p:nvSpPr>
        <p:spPr bwMode="gray">
          <a:xfrm>
            <a:off x="7977352" y="5343398"/>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3"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0"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Basis">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6"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2 Basis_1HL">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5"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echteck 5"/>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1"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3_Basis_ohneFusszeile">
    <p:spTree>
      <p:nvGrpSpPr>
        <p:cNvPr id="1" name=""/>
        <p:cNvGrpSpPr/>
        <p:nvPr/>
      </p:nvGrpSpPr>
      <p:grpSpPr>
        <a:xfrm>
          <a:off x="0" y="0"/>
          <a:ext cx="0" cy="0"/>
          <a:chOff x="0" y="0"/>
          <a:chExt cx="0" cy="0"/>
        </a:xfrm>
      </p:grpSpPr>
      <p:sp>
        <p:nvSpPr>
          <p:cNvPr id="3"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7"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
        <p:nvSpPr>
          <p:cNvPr id="5"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 Spalte Inhalt_1HL">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cxnSp>
        <p:nvCxnSpPr>
          <p:cNvPr id="2"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Rechteck 2"/>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4 Basis 1HL_ohneFusszeile">
    <p:spTree>
      <p:nvGrpSpPr>
        <p:cNvPr id="1" name=""/>
        <p:cNvGrpSpPr/>
        <p:nvPr/>
      </p:nvGrpSpPr>
      <p:grpSpPr>
        <a:xfrm>
          <a:off x="0" y="0"/>
          <a:ext cx="0" cy="0"/>
          <a:chOff x="0" y="0"/>
          <a:chExt cx="0" cy="0"/>
        </a:xfrm>
      </p:grpSpPr>
      <p:sp>
        <p:nvSpPr>
          <p:cNvPr id="6"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Rechteck 2"/>
          <p:cNvSpPr/>
          <p:nvPr userDrawn="1"/>
        </p:nvSpPr>
        <p:spPr bwMode="gray">
          <a:xfrm>
            <a:off x="400693" y="1191802"/>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cxnSp>
        <p:nvCxnSpPr>
          <p:cNvPr id="8"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
        <p:nvSpPr>
          <p:cNvPr id="7"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9"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10"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 Spalten Inhal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6252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5"/>
          <p:cNvSpPr>
            <a:spLocks noGrp="1"/>
          </p:cNvSpPr>
          <p:nvPr>
            <p:ph type="body" sz="quarter" idx="19"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nhalt + Zita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6276000" y="1343027"/>
            <a:ext cx="5916000" cy="4965521"/>
          </a:xfrm>
          <a:prstGeom prst="roundRect">
            <a:avLst>
              <a:gd name="adj" fmla="val 9301"/>
            </a:avLst>
          </a:prstGeom>
          <a:solidFill>
            <a:schemeClr val="accent1"/>
          </a:solidFill>
        </p:spPr>
        <p:txBody>
          <a:bodyPr wrap="square" lIns="720000" tIns="360000" rIns="720000" bIns="360000" anchor="ctr" anchorCtr="0">
            <a:noAutofit/>
          </a:bodyPr>
          <a:lstStyle>
            <a:lvl1pPr marL="0" indent="0">
              <a:lnSpc>
                <a:spcPct val="90000"/>
              </a:lnSpc>
              <a:buNone/>
              <a:defRPr sz="2800" b="1">
                <a:solidFill>
                  <a:schemeClr val="bg1"/>
                </a:solidFill>
              </a:defRPr>
            </a:lvl1pPr>
          </a:lstStyle>
          <a:p>
            <a:pPr lvl="0"/>
            <a:r>
              <a:rPr lang="de-DE" dirty="0"/>
              <a:t>Mastertextformat bearbeiten</a:t>
            </a:r>
          </a:p>
        </p:txBody>
      </p:sp>
      <p:sp>
        <p:nvSpPr>
          <p:cNvPr id="4" name="Textplatzhalter 5"/>
          <p:cNvSpPr>
            <a:spLocks noGrp="1"/>
          </p:cNvSpPr>
          <p:nvPr>
            <p:ph type="body" sz="quarter" idx="19" hasCustomPrompt="1"/>
          </p:nvPr>
        </p:nvSpPr>
        <p:spPr bwMode="gray">
          <a:xfrm>
            <a:off x="540002" y="6020548"/>
            <a:ext cx="5400001"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Spalten Inhal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4332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5"/>
          <p:cNvSpPr>
            <a:spLocks noGrp="1"/>
          </p:cNvSpPr>
          <p:nvPr>
            <p:ph sz="quarter" idx="19" hasCustomPrompt="1"/>
          </p:nvPr>
        </p:nvSpPr>
        <p:spPr bwMode="gray">
          <a:xfrm>
            <a:off x="8124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5"/>
          <p:cNvSpPr>
            <a:spLocks noGrp="1"/>
          </p:cNvSpPr>
          <p:nvPr>
            <p:ph type="body" sz="quarter" idx="20"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0"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Spalten Inhalt 1/3">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4" y="1728000"/>
            <a:ext cx="7320001"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8124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5"/>
          <p:cNvSpPr>
            <a:spLocks noGrp="1"/>
          </p:cNvSpPr>
          <p:nvPr>
            <p:ph type="body" sz="quarter" idx="20"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 Spalten/2 Zeilen Inhalt ">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5400000" cy="23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6252000" y="1728000"/>
            <a:ext cx="5400000" cy="23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5"/>
          <p:cNvSpPr>
            <a:spLocks noGrp="1"/>
          </p:cNvSpPr>
          <p:nvPr>
            <p:ph type="body" sz="quarter" idx="19"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10" name="Inhaltsplatzhalter 5"/>
          <p:cNvSpPr>
            <a:spLocks noGrp="1"/>
          </p:cNvSpPr>
          <p:nvPr>
            <p:ph sz="quarter" idx="21" hasCustomPrompt="1"/>
          </p:nvPr>
        </p:nvSpPr>
        <p:spPr bwMode="gray">
          <a:xfrm>
            <a:off x="540000" y="4346081"/>
            <a:ext cx="5400000" cy="1521925"/>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algn="ctr">
              <a:defRPr/>
            </a:lvl1pPr>
            <a:lvl2pPr algn="ctr">
              <a:defRPr/>
            </a:lvl2pPr>
            <a:lvl3pPr algn="ctr">
              <a:defRPr/>
            </a:lvl3pPr>
            <a:lvl4pPr algn="ctr">
              <a:defRPr/>
            </a:lvl4pPr>
            <a:lvl5pPr algn="ctr">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Inhaltsplatzhalter 5"/>
          <p:cNvSpPr>
            <a:spLocks noGrp="1"/>
          </p:cNvSpPr>
          <p:nvPr>
            <p:ph sz="quarter" idx="22" hasCustomPrompt="1"/>
          </p:nvPr>
        </p:nvSpPr>
        <p:spPr bwMode="gray">
          <a:xfrm>
            <a:off x="6252000" y="4346081"/>
            <a:ext cx="5400000" cy="1521925"/>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algn="ctr">
              <a:defRPr/>
            </a:lvl1pPr>
            <a:lvl2pPr algn="ctr">
              <a:defRPr/>
            </a:lvl2pPr>
            <a:lvl3pPr algn="ctr">
              <a:defRPr/>
            </a:lvl3pPr>
            <a:lvl4pPr algn="ctr">
              <a:defRPr/>
            </a:lvl4pPr>
            <a:lvl5pPr algn="ctr">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 Inhalt + Bild">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2" y="6020548"/>
            <a:ext cx="11112001"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2" y="1728000"/>
            <a:ext cx="7320001"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8124000" y="1341679"/>
            <a:ext cx="4068000" cy="4526327"/>
          </a:xfrm>
          <a:prstGeom prst="round2DiagRect">
            <a:avLst>
              <a:gd name="adj1" fmla="val 11048"/>
              <a:gd name="adj2" fmla="val 0"/>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2" name="Textplatzhalter 11"/>
          <p:cNvSpPr>
            <a:spLocks noGrp="1"/>
          </p:cNvSpPr>
          <p:nvPr>
            <p:ph type="body" sz="quarter" idx="19" hasCustomPrompt="1"/>
          </p:nvPr>
        </p:nvSpPr>
        <p:spPr bwMode="gray">
          <a:xfrm>
            <a:off x="8124001" y="5183307"/>
            <a:ext cx="4068000" cy="684694"/>
          </a:xfrm>
          <a:solidFill>
            <a:schemeClr val="bg1">
              <a:alpha val="62772"/>
            </a:schemeClr>
          </a:solidFill>
        </p:spPr>
        <p:txBody>
          <a:bodyPr wrap="square" lIns="180000" tIns="180000" rIns="180000" bIns="180000" anchor="b" anchorCtr="0">
            <a:spAutoFit/>
          </a:bodyPr>
          <a:lstStyle>
            <a:lvl1pPr marL="0" indent="0">
              <a:buNone/>
              <a:defRPr b="1">
                <a:solidFill>
                  <a:schemeClr val="tx1"/>
                </a:solidFill>
              </a:defRPr>
            </a:lvl1pPr>
            <a:lvl2pPr marL="450215" indent="0">
              <a:buNone/>
              <a:defRPr/>
            </a:lvl2pPr>
          </a:lstStyle>
          <a:p>
            <a:pPr lvl="0"/>
            <a:r>
              <a:rPr lang="de-DE" dirty="0"/>
              <a:t>Bildbeschreibung</a:t>
            </a:r>
          </a:p>
        </p:txBody>
      </p:sp>
      <p:sp>
        <p:nvSpPr>
          <p:cNvPr id="11"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B Inhalt + Bild">
    <p:spTree>
      <p:nvGrpSpPr>
        <p:cNvPr id="1" name=""/>
        <p:cNvGrpSpPr/>
        <p:nvPr/>
      </p:nvGrpSpPr>
      <p:grpSpPr>
        <a:xfrm>
          <a:off x="0" y="0"/>
          <a:ext cx="0" cy="0"/>
          <a:chOff x="0" y="0"/>
          <a:chExt cx="0" cy="0"/>
        </a:xfrm>
      </p:grpSpPr>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4" y="0"/>
            <a:ext cx="5940001" cy="6858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6"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B Inhalt + Bild">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6"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4_B Inhalt + Bild">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1" y="1728000"/>
            <a:ext cx="3233779"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760399" y="1728000"/>
            <a:ext cx="4891604"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3" name="Bildplatzhalter 4"/>
          <p:cNvSpPr>
            <a:spLocks noGrp="1" noChangeAspect="1"/>
          </p:cNvSpPr>
          <p:nvPr>
            <p:ph type="pic" sz="quarter" idx="19" hasCustomPrompt="1"/>
          </p:nvPr>
        </p:nvSpPr>
        <p:spPr bwMode="gray">
          <a:xfrm>
            <a:off x="3941171" y="1728000"/>
            <a:ext cx="2651839"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6"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2"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 Inhalt + Bild_1HL">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cxnSp>
        <p:nvCxnSpPr>
          <p:cNvPr id="3"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echteck 5"/>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B Inhalt + Bild_ohneFusszeile">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2"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7"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
        <p:nvSpPr>
          <p:cNvPr id="8"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9"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11"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 Inhalt + Bilder">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513" y="6020548"/>
            <a:ext cx="11110939" cy="288000"/>
          </a:xfrm>
        </p:spPr>
        <p:txBody>
          <a:bodyPr anchor="b"/>
          <a:lstStyle>
            <a:lvl1pPr marL="0" indent="0">
              <a:spcAft>
                <a:spcPts val="400"/>
              </a:spcAft>
              <a:buNone/>
              <a:defRPr sz="1000"/>
            </a:lvl1pPr>
          </a:lstStyle>
          <a:p>
            <a:pPr lvl="0"/>
            <a:r>
              <a:rPr lang="de-DE" dirty="0"/>
              <a:t>Quellen:</a:t>
            </a:r>
          </a:p>
        </p:txBody>
      </p:sp>
      <p:sp>
        <p:nvSpPr>
          <p:cNvPr id="4" name="Bildplatzhalter 3"/>
          <p:cNvSpPr>
            <a:spLocks noGrp="1" noChangeAspect="1"/>
          </p:cNvSpPr>
          <p:nvPr>
            <p:ph type="pic" sz="quarter" idx="10" hasCustomPrompt="1"/>
          </p:nvPr>
        </p:nvSpPr>
        <p:spPr bwMode="gray">
          <a:xfrm>
            <a:off x="0" y="1727999"/>
            <a:ext cx="3936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Bildplatzhalter 4"/>
          <p:cNvSpPr>
            <a:spLocks noGrp="1" noChangeAspect="1"/>
          </p:cNvSpPr>
          <p:nvPr>
            <p:ph type="pic" sz="quarter" idx="19" hasCustomPrompt="1"/>
          </p:nvPr>
        </p:nvSpPr>
        <p:spPr bwMode="gray">
          <a:xfrm>
            <a:off x="4128000" y="1727999"/>
            <a:ext cx="3936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6" name="Bildplatzhalter 5"/>
          <p:cNvSpPr>
            <a:spLocks noGrp="1" noChangeAspect="1"/>
          </p:cNvSpPr>
          <p:nvPr>
            <p:ph type="pic" sz="quarter" idx="20" hasCustomPrompt="1"/>
          </p:nvPr>
        </p:nvSpPr>
        <p:spPr bwMode="gray">
          <a:xfrm>
            <a:off x="8256000" y="1727999"/>
            <a:ext cx="3936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0" name="Inhaltsplatzhalter 9"/>
          <p:cNvSpPr>
            <a:spLocks noGrp="1"/>
          </p:cNvSpPr>
          <p:nvPr>
            <p:ph sz="quarter" idx="17" hasCustomPrompt="1"/>
          </p:nvPr>
        </p:nvSpPr>
        <p:spPr bwMode="gray">
          <a:xfrm>
            <a:off x="540000" y="4722296"/>
            <a:ext cx="11112000" cy="1145704"/>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marL="0" indent="0" algn="ctr">
              <a:buNone/>
              <a:defRPr/>
            </a:lvl1pPr>
            <a:lvl2pPr algn="ctr">
              <a:defRPr/>
            </a:lvl2pPr>
            <a:lvl3pPr algn="ctr">
              <a:defRPr/>
            </a:lvl3pPr>
            <a:lvl4pPr algn="ctr">
              <a:defRPr/>
            </a:lvl4pPr>
            <a:lvl5pPr algn="ctr">
              <a:defRPr/>
            </a:lvl5pPr>
          </a:lstStyle>
          <a:p>
            <a:pPr lvl="0"/>
            <a:r>
              <a:rPr lang="de-DE" dirty="0"/>
              <a:t>Mastertextformat bearbeiten</a:t>
            </a:r>
          </a:p>
        </p:txBody>
      </p:sp>
      <p:sp>
        <p:nvSpPr>
          <p:cNvPr id="12" name="Rectangle 23"/>
          <p:cNvSpPr/>
          <p:nvPr userDrawn="1"/>
        </p:nvSpPr>
        <p:spPr bwMode="gray">
          <a:xfrm>
            <a:off x="538166" y="4232201"/>
            <a:ext cx="11117263" cy="2657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1"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D Inhalt + Bild">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4" name="Bildplatzhalter 3"/>
          <p:cNvSpPr>
            <a:spLocks noGrp="1" noChangeAspect="1"/>
          </p:cNvSpPr>
          <p:nvPr>
            <p:ph type="pic" sz="quarter" idx="10" hasCustomPrompt="1"/>
          </p:nvPr>
        </p:nvSpPr>
        <p:spPr bwMode="gray">
          <a:xfrm>
            <a:off x="0" y="1727999"/>
            <a:ext cx="12192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2" name="Rectangle 23"/>
          <p:cNvSpPr/>
          <p:nvPr userDrawn="1"/>
        </p:nvSpPr>
        <p:spPr bwMode="gray">
          <a:xfrm>
            <a:off x="540004" y="4232201"/>
            <a:ext cx="11115425" cy="2657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
        <p:nvSpPr>
          <p:cNvPr id="11" name="Inhaltsplatzhalter 9"/>
          <p:cNvSpPr>
            <a:spLocks noGrp="1"/>
          </p:cNvSpPr>
          <p:nvPr>
            <p:ph sz="quarter" idx="17" hasCustomPrompt="1"/>
          </p:nvPr>
        </p:nvSpPr>
        <p:spPr bwMode="gray">
          <a:xfrm>
            <a:off x="540000" y="4722296"/>
            <a:ext cx="11112000" cy="1145704"/>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marL="0" indent="0" algn="ctr">
              <a:buNone/>
              <a:defRPr/>
            </a:lvl1pPr>
            <a:lvl2pPr algn="ctr">
              <a:defRPr/>
            </a:lvl2pPr>
            <a:lvl3pPr algn="ctr">
              <a:defRPr/>
            </a:lvl3pPr>
            <a:lvl4pPr algn="ctr">
              <a:defRPr/>
            </a:lvl4pPr>
            <a:lvl5pPr algn="ctr">
              <a:defRPr/>
            </a:lvl5pPr>
          </a:lstStyle>
          <a:p>
            <a:pPr lvl="0"/>
            <a:r>
              <a:rPr lang="de-DE" dirty="0"/>
              <a:t>Mastertextformat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 Inhalt + Bild">
    <p:spTree>
      <p:nvGrpSpPr>
        <p:cNvPr id="1" name=""/>
        <p:cNvGrpSpPr/>
        <p:nvPr/>
      </p:nvGrpSpPr>
      <p:grpSpPr>
        <a:xfrm>
          <a:off x="0" y="0"/>
          <a:ext cx="0" cy="0"/>
          <a:chOff x="0" y="0"/>
          <a:chExt cx="0" cy="0"/>
        </a:xfrm>
      </p:grpSpPr>
      <p:sp>
        <p:nvSpPr>
          <p:cNvPr id="10" name="Inhaltsplatzhalter 9"/>
          <p:cNvSpPr>
            <a:spLocks noGrp="1"/>
          </p:cNvSpPr>
          <p:nvPr>
            <p:ph sz="quarter" idx="17" hasCustomPrompt="1"/>
          </p:nvPr>
        </p:nvSpPr>
        <p:spPr bwMode="gray">
          <a:xfrm>
            <a:off x="540000" y="5184405"/>
            <a:ext cx="11112000" cy="1145704"/>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chor="ctr" anchorCtr="0">
            <a:noAutofit/>
          </a:bodyPr>
          <a:lstStyle>
            <a:lvl1pPr marL="0" indent="0" algn="ctr">
              <a:buNone/>
              <a:defRPr/>
            </a:lvl1pPr>
            <a:lvl2pPr algn="ctr">
              <a:defRPr/>
            </a:lvl2pPr>
            <a:lvl3pPr algn="ctr">
              <a:defRPr/>
            </a:lvl3pPr>
            <a:lvl4pPr algn="ctr">
              <a:defRPr/>
            </a:lvl4pPr>
            <a:lvl5pPr algn="ctr">
              <a:defRPr/>
            </a:lvl5pPr>
          </a:lstStyle>
          <a:p>
            <a:pPr lvl="0"/>
            <a:r>
              <a:rPr lang="de-DE" dirty="0"/>
              <a:t>Mastertextformat bearbeiten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4" name="Bildplatzhalter 3"/>
          <p:cNvSpPr>
            <a:spLocks noGrp="1" noChangeAspect="1"/>
          </p:cNvSpPr>
          <p:nvPr>
            <p:ph type="pic" sz="quarter" idx="10" hasCustomPrompt="1"/>
          </p:nvPr>
        </p:nvSpPr>
        <p:spPr bwMode="gray">
          <a:xfrm>
            <a:off x="0" y="1727999"/>
            <a:ext cx="12192000" cy="3376886"/>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2" name="Rectangle 23"/>
          <p:cNvSpPr/>
          <p:nvPr userDrawn="1"/>
        </p:nvSpPr>
        <p:spPr bwMode="gray">
          <a:xfrm>
            <a:off x="540004" y="4839185"/>
            <a:ext cx="11115425" cy="2657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1"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E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1728000"/>
            <a:ext cx="1219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10"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5" name="Textplatzhalter 4"/>
          <p:cNvSpPr>
            <a:spLocks noGrp="1"/>
          </p:cNvSpPr>
          <p:nvPr>
            <p:ph type="body" sz="quarter" idx="19" hasCustomPrompt="1"/>
          </p:nvPr>
        </p:nvSpPr>
        <p:spPr bwMode="gray">
          <a:xfrm>
            <a:off x="8302020" y="1859104"/>
            <a:ext cx="3349981" cy="3877792"/>
          </a:xfrm>
          <a:prstGeom prst="roundRect">
            <a:avLst>
              <a:gd name="adj" fmla="val 6772"/>
            </a:avLst>
          </a:prstGeom>
          <a:solidFill>
            <a:schemeClr val="accent1">
              <a:alpha val="90000"/>
            </a:schemeClr>
          </a:solidFill>
        </p:spPr>
        <p:txBody>
          <a:bodyPr lIns="288000" tIns="288000" rIns="288000" bIns="288000"/>
          <a:lstStyle>
            <a:lvl1pPr>
              <a:buClr>
                <a:schemeClr val="bg1"/>
              </a:buCl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E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0"/>
            <a:ext cx="12192000" cy="5868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10"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5" name="Textplatzhalter 4"/>
          <p:cNvSpPr>
            <a:spLocks noGrp="1"/>
          </p:cNvSpPr>
          <p:nvPr>
            <p:ph type="body" sz="quarter" idx="19" hasCustomPrompt="1"/>
          </p:nvPr>
        </p:nvSpPr>
        <p:spPr bwMode="gray">
          <a:xfrm>
            <a:off x="8302020" y="1859104"/>
            <a:ext cx="3349981" cy="3877792"/>
          </a:xfrm>
          <a:prstGeom prst="roundRect">
            <a:avLst>
              <a:gd name="adj" fmla="val 6772"/>
            </a:avLst>
          </a:prstGeom>
          <a:solidFill>
            <a:schemeClr val="accent1">
              <a:alpha val="90000"/>
            </a:schemeClr>
          </a:solidFill>
        </p:spPr>
        <p:txBody>
          <a:bodyPr lIns="288000" tIns="288000" rIns="288000" bIns="288000"/>
          <a:lstStyle>
            <a:lvl1pPr>
              <a:buClr>
                <a:schemeClr val="bg1"/>
              </a:buCl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feld 2"/>
          <p:cNvSpPr txBox="1"/>
          <p:nvPr userDrawn="1"/>
        </p:nvSpPr>
        <p:spPr bwMode="gray">
          <a:xfrm>
            <a:off x="9575515" y="688369"/>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E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0"/>
            <a:ext cx="12192000" cy="6858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Textplatzhalter 4"/>
          <p:cNvSpPr>
            <a:spLocks noGrp="1"/>
          </p:cNvSpPr>
          <p:nvPr>
            <p:ph type="body" sz="quarter" idx="19" hasCustomPrompt="1"/>
          </p:nvPr>
        </p:nvSpPr>
        <p:spPr bwMode="gray">
          <a:xfrm>
            <a:off x="8302020" y="1859104"/>
            <a:ext cx="3349981" cy="3877792"/>
          </a:xfrm>
          <a:prstGeom prst="roundRect">
            <a:avLst>
              <a:gd name="adj" fmla="val 6772"/>
            </a:avLst>
          </a:prstGeom>
          <a:solidFill>
            <a:schemeClr val="accent1">
              <a:alpha val="90000"/>
            </a:schemeClr>
          </a:solidFill>
        </p:spPr>
        <p:txBody>
          <a:bodyPr lIns="288000" tIns="288000" rIns="288000" bIns="288000"/>
          <a:lstStyle>
            <a:lvl1pPr>
              <a:buClr>
                <a:schemeClr val="bg1"/>
              </a:buCl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feld 2"/>
          <p:cNvSpPr txBox="1"/>
          <p:nvPr userDrawn="1"/>
        </p:nvSpPr>
        <p:spPr bwMode="gray">
          <a:xfrm>
            <a:off x="9575515" y="688369"/>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6"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7"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8"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F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1728000"/>
            <a:ext cx="1219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10"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5" name="Textplatzhalter 4"/>
          <p:cNvSpPr>
            <a:spLocks noGrp="1"/>
          </p:cNvSpPr>
          <p:nvPr>
            <p:ph type="body" sz="quarter" idx="19" hasCustomPrompt="1"/>
          </p:nvPr>
        </p:nvSpPr>
        <p:spPr bwMode="gray">
          <a:xfrm>
            <a:off x="8302020" y="1840230"/>
            <a:ext cx="3349981" cy="3896666"/>
          </a:xfrm>
          <a:prstGeom prst="roundRect">
            <a:avLst>
              <a:gd name="adj" fmla="val 9502"/>
            </a:avLst>
          </a:prstGeom>
          <a:solidFill>
            <a:schemeClr val="bg1">
              <a:alpha val="90000"/>
            </a:schemeClr>
          </a:solidFill>
        </p:spPr>
        <p:txBody>
          <a:bodyPr lIns="288000" tIns="288000" rIns="288000" bIns="288000"/>
          <a:lstStyle>
            <a:lvl1pPr>
              <a:buClr>
                <a:schemeClr val="accent1"/>
              </a:buClr>
              <a:defRPr sz="16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 Inhalt + Bild">
    <p:spTree>
      <p:nvGrpSpPr>
        <p:cNvPr id="1" name=""/>
        <p:cNvGrpSpPr/>
        <p:nvPr/>
      </p:nvGrpSpPr>
      <p:grpSpPr>
        <a:xfrm>
          <a:off x="0" y="0"/>
          <a:ext cx="0" cy="0"/>
          <a:chOff x="0" y="0"/>
          <a:chExt cx="0" cy="0"/>
        </a:xfrm>
      </p:grpSpPr>
      <p:sp>
        <p:nvSpPr>
          <p:cNvPr id="5" name="Rechteck 4"/>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11" name="Bildplatzhalter 3"/>
          <p:cNvSpPr>
            <a:spLocks noGrp="1"/>
          </p:cNvSpPr>
          <p:nvPr>
            <p:ph type="pic" sz="quarter" idx="19" hasCustomPrompt="1"/>
          </p:nvPr>
        </p:nvSpPr>
        <p:spPr bwMode="gray">
          <a:xfrm>
            <a:off x="6252000" y="1287552"/>
            <a:ext cx="5400000" cy="2160000"/>
          </a:xfrm>
          <a:prstGeom prst="roundRect">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4" name="Bildplatzhalter 3"/>
          <p:cNvSpPr>
            <a:spLocks noGrp="1"/>
          </p:cNvSpPr>
          <p:nvPr>
            <p:ph type="pic" sz="quarter" idx="20" hasCustomPrompt="1"/>
          </p:nvPr>
        </p:nvSpPr>
        <p:spPr bwMode="gray">
          <a:xfrm>
            <a:off x="6252000" y="3708000"/>
            <a:ext cx="5400000" cy="2160000"/>
          </a:xfrm>
          <a:prstGeom prst="roundRect">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4" name="Bildplatzhalter 3"/>
          <p:cNvSpPr>
            <a:spLocks noGrp="1" noChangeAspect="1"/>
          </p:cNvSpPr>
          <p:nvPr>
            <p:ph type="pic" sz="quarter" idx="10" hasCustomPrompt="1"/>
          </p:nvPr>
        </p:nvSpPr>
        <p:spPr bwMode="gray">
          <a:xfrm>
            <a:off x="540000" y="1255589"/>
            <a:ext cx="5400000" cy="4580444"/>
          </a:xfrm>
          <a:prstGeom prst="roundRect">
            <a:avLst>
              <a:gd name="adj" fmla="val 7684"/>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7" name="Textplatzhalter 11"/>
          <p:cNvSpPr>
            <a:spLocks noGrp="1"/>
          </p:cNvSpPr>
          <p:nvPr>
            <p:ph type="body" sz="quarter" idx="21" hasCustomPrompt="1"/>
          </p:nvPr>
        </p:nvSpPr>
        <p:spPr bwMode="gray">
          <a:xfrm>
            <a:off x="540000" y="5183308"/>
            <a:ext cx="5400000" cy="684694"/>
          </a:xfrm>
          <a:solidFill>
            <a:schemeClr val="bg1">
              <a:alpha val="90000"/>
            </a:schemeClr>
          </a:solidFill>
        </p:spPr>
        <p:txBody>
          <a:bodyPr wrap="square" lIns="180000" tIns="180000" rIns="180000" bIns="180000" anchor="b" anchorCtr="0">
            <a:spAutoFit/>
          </a:bodyPr>
          <a:lstStyle>
            <a:lvl1pPr marL="0" indent="0">
              <a:buNone/>
              <a:defRPr b="1">
                <a:solidFill>
                  <a:schemeClr val="tx1"/>
                </a:solidFill>
              </a:defRPr>
            </a:lvl1pPr>
            <a:lvl2pPr marL="450215" indent="0">
              <a:buNone/>
              <a:defRPr/>
            </a:lvl2pPr>
          </a:lstStyle>
          <a:p>
            <a:pPr lvl="0"/>
            <a:r>
              <a:rPr lang="de-DE" dirty="0"/>
              <a:t>Bildbeschreibung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alken + Inhal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5" name="Textplatzhalter 17"/>
          <p:cNvSpPr>
            <a:spLocks noGrp="1"/>
          </p:cNvSpPr>
          <p:nvPr>
            <p:ph type="body" sz="quarter" idx="28" hasCustomPrompt="1"/>
          </p:nvPr>
        </p:nvSpPr>
        <p:spPr bwMode="gray">
          <a:xfrm>
            <a:off x="1126997" y="1837821"/>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6" name="Textplatzhalter 13"/>
          <p:cNvSpPr>
            <a:spLocks noGrp="1"/>
          </p:cNvSpPr>
          <p:nvPr>
            <p:ph type="body" sz="quarter" idx="22" hasCustomPrompt="1"/>
          </p:nvPr>
        </p:nvSpPr>
        <p:spPr bwMode="gray">
          <a:xfrm>
            <a:off x="1126997" y="2083134"/>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0" name="Textplatzhalter 17"/>
          <p:cNvSpPr>
            <a:spLocks noGrp="1"/>
          </p:cNvSpPr>
          <p:nvPr>
            <p:ph type="body" sz="quarter" idx="29" hasCustomPrompt="1"/>
          </p:nvPr>
        </p:nvSpPr>
        <p:spPr bwMode="gray">
          <a:xfrm>
            <a:off x="4991367" y="1948277"/>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2" name="Textplatzhalter 17"/>
          <p:cNvSpPr>
            <a:spLocks noGrp="1"/>
          </p:cNvSpPr>
          <p:nvPr>
            <p:ph type="body" sz="quarter" idx="31" hasCustomPrompt="1"/>
          </p:nvPr>
        </p:nvSpPr>
        <p:spPr bwMode="gray">
          <a:xfrm>
            <a:off x="1126997" y="2560565"/>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4" name="Textplatzhalter 13"/>
          <p:cNvSpPr>
            <a:spLocks noGrp="1"/>
          </p:cNvSpPr>
          <p:nvPr>
            <p:ph type="body" sz="quarter" idx="32" hasCustomPrompt="1"/>
          </p:nvPr>
        </p:nvSpPr>
        <p:spPr bwMode="gray">
          <a:xfrm>
            <a:off x="1126997" y="2805878"/>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15" name="Textplatzhalter 17"/>
          <p:cNvSpPr>
            <a:spLocks noGrp="1"/>
          </p:cNvSpPr>
          <p:nvPr>
            <p:ph type="body" sz="quarter" idx="33" hasCustomPrompt="1"/>
          </p:nvPr>
        </p:nvSpPr>
        <p:spPr bwMode="gray">
          <a:xfrm>
            <a:off x="4991367" y="2671021"/>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7" name="Textplatzhalter 17"/>
          <p:cNvSpPr>
            <a:spLocks noGrp="1"/>
          </p:cNvSpPr>
          <p:nvPr>
            <p:ph type="body" sz="quarter" idx="35" hasCustomPrompt="1"/>
          </p:nvPr>
        </p:nvSpPr>
        <p:spPr bwMode="gray">
          <a:xfrm>
            <a:off x="1126997" y="3283309"/>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8" name="Textplatzhalter 13"/>
          <p:cNvSpPr>
            <a:spLocks noGrp="1"/>
          </p:cNvSpPr>
          <p:nvPr>
            <p:ph type="body" sz="quarter" idx="36" hasCustomPrompt="1"/>
          </p:nvPr>
        </p:nvSpPr>
        <p:spPr bwMode="gray">
          <a:xfrm>
            <a:off x="1126997" y="3528622"/>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9" name="Textplatzhalter 17"/>
          <p:cNvSpPr>
            <a:spLocks noGrp="1"/>
          </p:cNvSpPr>
          <p:nvPr>
            <p:ph type="body" sz="quarter" idx="37" hasCustomPrompt="1"/>
          </p:nvPr>
        </p:nvSpPr>
        <p:spPr bwMode="gray">
          <a:xfrm>
            <a:off x="4991367" y="3393765"/>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1" name="Textplatzhalter 17"/>
          <p:cNvSpPr>
            <a:spLocks noGrp="1"/>
          </p:cNvSpPr>
          <p:nvPr>
            <p:ph type="body" sz="quarter" idx="39" hasCustomPrompt="1"/>
          </p:nvPr>
        </p:nvSpPr>
        <p:spPr bwMode="gray">
          <a:xfrm>
            <a:off x="1126997" y="4006053"/>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2" name="Textplatzhalter 13"/>
          <p:cNvSpPr>
            <a:spLocks noGrp="1"/>
          </p:cNvSpPr>
          <p:nvPr>
            <p:ph type="body" sz="quarter" idx="40" hasCustomPrompt="1"/>
          </p:nvPr>
        </p:nvSpPr>
        <p:spPr bwMode="gray">
          <a:xfrm>
            <a:off x="1126997" y="4251366"/>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23" name="Textplatzhalter 17"/>
          <p:cNvSpPr>
            <a:spLocks noGrp="1"/>
          </p:cNvSpPr>
          <p:nvPr>
            <p:ph type="body" sz="quarter" idx="41" hasCustomPrompt="1"/>
          </p:nvPr>
        </p:nvSpPr>
        <p:spPr bwMode="gray">
          <a:xfrm>
            <a:off x="4991367" y="4116509"/>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5" name="Textplatzhalter 17"/>
          <p:cNvSpPr>
            <a:spLocks noGrp="1"/>
          </p:cNvSpPr>
          <p:nvPr>
            <p:ph type="body" sz="quarter" idx="43" hasCustomPrompt="1"/>
          </p:nvPr>
        </p:nvSpPr>
        <p:spPr bwMode="gray">
          <a:xfrm>
            <a:off x="1126997" y="4728797"/>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6" name="Textplatzhalter 13"/>
          <p:cNvSpPr>
            <a:spLocks noGrp="1"/>
          </p:cNvSpPr>
          <p:nvPr>
            <p:ph type="body" sz="quarter" idx="44" hasCustomPrompt="1"/>
          </p:nvPr>
        </p:nvSpPr>
        <p:spPr bwMode="gray">
          <a:xfrm>
            <a:off x="1126997" y="4974110"/>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7" name="Textplatzhalter 17"/>
          <p:cNvSpPr>
            <a:spLocks noGrp="1"/>
          </p:cNvSpPr>
          <p:nvPr>
            <p:ph type="body" sz="quarter" idx="45" hasCustomPrompt="1"/>
          </p:nvPr>
        </p:nvSpPr>
        <p:spPr bwMode="gray">
          <a:xfrm>
            <a:off x="4991367" y="4839253"/>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9" name="Textplatzhalter 17"/>
          <p:cNvSpPr>
            <a:spLocks noGrp="1"/>
          </p:cNvSpPr>
          <p:nvPr>
            <p:ph type="body" sz="quarter" idx="47" hasCustomPrompt="1"/>
          </p:nvPr>
        </p:nvSpPr>
        <p:spPr bwMode="gray">
          <a:xfrm>
            <a:off x="1126997" y="5451543"/>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30" name="Textplatzhalter 13"/>
          <p:cNvSpPr>
            <a:spLocks noGrp="1"/>
          </p:cNvSpPr>
          <p:nvPr>
            <p:ph type="body" sz="quarter" idx="48" hasCustomPrompt="1"/>
          </p:nvPr>
        </p:nvSpPr>
        <p:spPr bwMode="gray">
          <a:xfrm>
            <a:off x="1126997" y="5696856"/>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31" name="Textplatzhalter 17"/>
          <p:cNvSpPr>
            <a:spLocks noGrp="1"/>
          </p:cNvSpPr>
          <p:nvPr>
            <p:ph type="body" sz="quarter" idx="49" hasCustomPrompt="1"/>
          </p:nvPr>
        </p:nvSpPr>
        <p:spPr bwMode="gray">
          <a:xfrm>
            <a:off x="4991367" y="5561999"/>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33" name="Inhaltsplatzhalter 5"/>
          <p:cNvSpPr>
            <a:spLocks noGrp="1"/>
          </p:cNvSpPr>
          <p:nvPr>
            <p:ph sz="quarter" idx="50" hasCustomPrompt="1"/>
          </p:nvPr>
        </p:nvSpPr>
        <p:spPr bwMode="gray">
          <a:xfrm>
            <a:off x="6576000" y="3895883"/>
            <a:ext cx="5076000" cy="1972118"/>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algn="l">
              <a:defRPr/>
            </a:lvl1pPr>
            <a:lvl2pPr algn="l">
              <a:defRPr/>
            </a:lvl2pPr>
            <a:lvl3pPr algn="l">
              <a:defRPr/>
            </a:lvl3pPr>
            <a:lvl4pPr algn="l">
              <a:defRPr/>
            </a:lvl4pPr>
            <a:lvl5pPr algn="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alken + Bild">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6" name="Bildplatzhalter 3"/>
          <p:cNvSpPr>
            <a:spLocks noGrp="1" noChangeAspect="1"/>
          </p:cNvSpPr>
          <p:nvPr>
            <p:ph type="pic" sz="quarter" idx="10" hasCustomPrompt="1"/>
          </p:nvPr>
        </p:nvSpPr>
        <p:spPr bwMode="gray">
          <a:xfrm>
            <a:off x="538167" y="1847527"/>
            <a:ext cx="4183127" cy="3638841"/>
          </a:xfrm>
          <a:prstGeom prst="round2DiagRect">
            <a:avLst>
              <a:gd name="adj1" fmla="val 0"/>
              <a:gd name="adj2" fmla="val 14135"/>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0" name="Textplatzhalter 17"/>
          <p:cNvSpPr>
            <a:spLocks noGrp="1"/>
          </p:cNvSpPr>
          <p:nvPr>
            <p:ph type="body" sz="quarter" idx="28" hasCustomPrompt="1"/>
          </p:nvPr>
        </p:nvSpPr>
        <p:spPr bwMode="gray">
          <a:xfrm>
            <a:off x="5322707" y="2502995"/>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1" name="Textplatzhalter 13"/>
          <p:cNvSpPr>
            <a:spLocks noGrp="1"/>
          </p:cNvSpPr>
          <p:nvPr>
            <p:ph type="body" sz="quarter" idx="22" hasCustomPrompt="1"/>
          </p:nvPr>
        </p:nvSpPr>
        <p:spPr bwMode="gray">
          <a:xfrm>
            <a:off x="5322707" y="2748308"/>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2" name="Textplatzhalter 17"/>
          <p:cNvSpPr>
            <a:spLocks noGrp="1"/>
          </p:cNvSpPr>
          <p:nvPr>
            <p:ph type="body" sz="quarter" idx="29" hasCustomPrompt="1"/>
          </p:nvPr>
        </p:nvSpPr>
        <p:spPr bwMode="gray">
          <a:xfrm>
            <a:off x="10659551" y="2613451"/>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4" name="Textplatzhalter 17"/>
          <p:cNvSpPr>
            <a:spLocks noGrp="1"/>
          </p:cNvSpPr>
          <p:nvPr>
            <p:ph type="body" sz="quarter" idx="31" hasCustomPrompt="1"/>
          </p:nvPr>
        </p:nvSpPr>
        <p:spPr bwMode="gray">
          <a:xfrm>
            <a:off x="5322707" y="3225739"/>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5" name="Textplatzhalter 13"/>
          <p:cNvSpPr>
            <a:spLocks noGrp="1"/>
          </p:cNvSpPr>
          <p:nvPr>
            <p:ph type="body" sz="quarter" idx="32" hasCustomPrompt="1"/>
          </p:nvPr>
        </p:nvSpPr>
        <p:spPr bwMode="gray">
          <a:xfrm>
            <a:off x="5322707" y="3471052"/>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16" name="Textplatzhalter 17"/>
          <p:cNvSpPr>
            <a:spLocks noGrp="1"/>
          </p:cNvSpPr>
          <p:nvPr>
            <p:ph type="body" sz="quarter" idx="33" hasCustomPrompt="1"/>
          </p:nvPr>
        </p:nvSpPr>
        <p:spPr bwMode="gray">
          <a:xfrm>
            <a:off x="10659551" y="3336195"/>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7" name="Textplatzhalter 17"/>
          <p:cNvSpPr>
            <a:spLocks noGrp="1"/>
          </p:cNvSpPr>
          <p:nvPr>
            <p:ph type="body" sz="quarter" idx="35" hasCustomPrompt="1"/>
          </p:nvPr>
        </p:nvSpPr>
        <p:spPr bwMode="gray">
          <a:xfrm>
            <a:off x="5322707" y="3948483"/>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8" name="Textplatzhalter 13"/>
          <p:cNvSpPr>
            <a:spLocks noGrp="1"/>
          </p:cNvSpPr>
          <p:nvPr>
            <p:ph type="body" sz="quarter" idx="36" hasCustomPrompt="1"/>
          </p:nvPr>
        </p:nvSpPr>
        <p:spPr bwMode="gray">
          <a:xfrm>
            <a:off x="5322707" y="4193796"/>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9" name="Textplatzhalter 17"/>
          <p:cNvSpPr>
            <a:spLocks noGrp="1"/>
          </p:cNvSpPr>
          <p:nvPr>
            <p:ph type="body" sz="quarter" idx="37" hasCustomPrompt="1"/>
          </p:nvPr>
        </p:nvSpPr>
        <p:spPr bwMode="gray">
          <a:xfrm>
            <a:off x="10659551" y="4058939"/>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0" name="Textplatzhalter 17"/>
          <p:cNvSpPr>
            <a:spLocks noGrp="1"/>
          </p:cNvSpPr>
          <p:nvPr>
            <p:ph type="body" sz="quarter" idx="39" hasCustomPrompt="1"/>
          </p:nvPr>
        </p:nvSpPr>
        <p:spPr bwMode="gray">
          <a:xfrm>
            <a:off x="5322707" y="4671227"/>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1" name="Textplatzhalter 13"/>
          <p:cNvSpPr>
            <a:spLocks noGrp="1"/>
          </p:cNvSpPr>
          <p:nvPr>
            <p:ph type="body" sz="quarter" idx="40" hasCustomPrompt="1"/>
          </p:nvPr>
        </p:nvSpPr>
        <p:spPr bwMode="gray">
          <a:xfrm>
            <a:off x="5322707" y="4916540"/>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22" name="Textplatzhalter 17"/>
          <p:cNvSpPr>
            <a:spLocks noGrp="1"/>
          </p:cNvSpPr>
          <p:nvPr>
            <p:ph type="body" sz="quarter" idx="41" hasCustomPrompt="1"/>
          </p:nvPr>
        </p:nvSpPr>
        <p:spPr bwMode="gray">
          <a:xfrm>
            <a:off x="10659551" y="4781683"/>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martphone + Text">
    <p:spTree>
      <p:nvGrpSpPr>
        <p:cNvPr id="1" name=""/>
        <p:cNvGrpSpPr/>
        <p:nvPr/>
      </p:nvGrpSpPr>
      <p:grpSpPr>
        <a:xfrm>
          <a:off x="0" y="0"/>
          <a:ext cx="0" cy="0"/>
          <a:chOff x="0" y="0"/>
          <a:chExt cx="0" cy="0"/>
        </a:xfrm>
      </p:grpSpPr>
      <p:sp>
        <p:nvSpPr>
          <p:cNvPr id="10" name="Freeform: Shape 8"/>
          <p:cNvSpPr/>
          <p:nvPr userDrawn="1"/>
        </p:nvSpPr>
        <p:spPr bwMode="gray">
          <a:xfrm>
            <a:off x="5" y="1115120"/>
            <a:ext cx="4994031" cy="4258793"/>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pic>
        <p:nvPicPr>
          <p:cNvPr id="4" name="Grafik 3"/>
          <p:cNvPicPr>
            <a:picLocks noChangeAspect="1"/>
          </p:cNvPicPr>
          <p:nvPr userDrawn="1"/>
        </p:nvPicPr>
        <p:blipFill rotWithShape="1">
          <a:blip r:embed="rId2" cstate="screen"/>
          <a:srcRect l="29347" r="29869"/>
          <a:stretch>
            <a:fillRect/>
          </a:stretch>
        </p:blipFill>
        <p:spPr bwMode="gray">
          <a:xfrm>
            <a:off x="2908271" y="526552"/>
            <a:ext cx="2998856" cy="5612946"/>
          </a:xfrm>
          <a:prstGeom prst="rect">
            <a:avLst/>
          </a:prstGeom>
        </p:spPr>
      </p:pic>
      <p:sp>
        <p:nvSpPr>
          <p:cNvPr id="5" name="Bildplatzhalter 15"/>
          <p:cNvSpPr>
            <a:spLocks noGrp="1"/>
          </p:cNvSpPr>
          <p:nvPr>
            <p:ph type="pic" sz="quarter" idx="19" hasCustomPrompt="1"/>
          </p:nvPr>
        </p:nvSpPr>
        <p:spPr bwMode="gray">
          <a:xfrm>
            <a:off x="3310313" y="1267224"/>
            <a:ext cx="2262659" cy="3950316"/>
          </a:xfrm>
          <a:prstGeom prst="rect">
            <a:avLst/>
          </a:prstGeom>
          <a:solidFill>
            <a:srgbClr val="FAFAFA"/>
          </a:solidFill>
        </p:spPr>
        <p:txBody>
          <a:bodyPr>
            <a:normAutofit/>
          </a:bodyPr>
          <a:lstStyle>
            <a:lvl1pPr marL="0" indent="0">
              <a:buNone/>
              <a:defRPr sz="1400">
                <a:latin typeface="Meta OT" panose="020B0504030101020104" pitchFamily="34" charset="0"/>
              </a:defRPr>
            </a:lvl1pPr>
          </a:lstStyle>
          <a:p>
            <a:r>
              <a:rPr lang="de-DE" dirty="0"/>
              <a:t>Bildplatzhalter:</a:t>
            </a:r>
            <a:br>
              <a:rPr lang="de-DE" dirty="0"/>
            </a:br>
            <a:r>
              <a:rPr lang="de-DE" dirty="0"/>
              <a:t>Bild durch Klicken auf Symbol hinzufügen</a:t>
            </a:r>
          </a:p>
        </p:txBody>
      </p:sp>
      <p:sp>
        <p:nvSpPr>
          <p:cNvPr id="11" name="Textplatzhalter 17"/>
          <p:cNvSpPr>
            <a:spLocks noGrp="1"/>
          </p:cNvSpPr>
          <p:nvPr>
            <p:ph type="body" sz="quarter" idx="25" hasCustomPrompt="1"/>
          </p:nvPr>
        </p:nvSpPr>
        <p:spPr bwMode="gray">
          <a:xfrm>
            <a:off x="540000" y="1984510"/>
            <a:ext cx="2436160" cy="2520000"/>
          </a:xfrm>
        </p:spPr>
        <p:txBody>
          <a:bodyPr anchor="ctr"/>
          <a:lstStyle>
            <a:lvl1pPr marL="0" indent="0">
              <a:lnSpc>
                <a:spcPct val="90000"/>
              </a:lnSpc>
              <a:buNone/>
              <a:defRPr sz="2800" b="1">
                <a:solidFill>
                  <a:schemeClr val="bg1"/>
                </a:solidFill>
              </a:defRPr>
            </a:lvl1pPr>
            <a:lvl2pPr marL="450215" indent="0">
              <a:buNone/>
              <a:defRPr/>
            </a:lvl2pPr>
          </a:lstStyle>
          <a:p>
            <a:pPr lvl="0"/>
            <a:r>
              <a:rPr lang="de-DE" dirty="0"/>
              <a:t>Mastertextformat bearbeiten</a:t>
            </a:r>
          </a:p>
        </p:txBody>
      </p:sp>
      <p:sp>
        <p:nvSpPr>
          <p:cNvPr id="15" name="Textplatzhalter 17"/>
          <p:cNvSpPr>
            <a:spLocks noGrp="1"/>
          </p:cNvSpPr>
          <p:nvPr>
            <p:ph type="body" sz="quarter" idx="26" hasCustomPrompt="1"/>
          </p:nvPr>
        </p:nvSpPr>
        <p:spPr bwMode="gray">
          <a:xfrm>
            <a:off x="7483733" y="1790787"/>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18" name="Textplatzhalter 17"/>
          <p:cNvSpPr>
            <a:spLocks noGrp="1"/>
          </p:cNvSpPr>
          <p:nvPr>
            <p:ph type="body" sz="quarter" idx="28" hasCustomPrompt="1"/>
          </p:nvPr>
        </p:nvSpPr>
        <p:spPr bwMode="gray">
          <a:xfrm>
            <a:off x="7483733" y="2082089"/>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9" name="Textplatzhalter 17"/>
          <p:cNvSpPr>
            <a:spLocks noGrp="1"/>
          </p:cNvSpPr>
          <p:nvPr>
            <p:ph type="body" sz="quarter" idx="29" hasCustomPrompt="1"/>
          </p:nvPr>
        </p:nvSpPr>
        <p:spPr bwMode="gray">
          <a:xfrm>
            <a:off x="7483733" y="3074635"/>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1" name="Textplatzhalter 17"/>
          <p:cNvSpPr>
            <a:spLocks noGrp="1"/>
          </p:cNvSpPr>
          <p:nvPr>
            <p:ph type="body" sz="quarter" idx="31" hasCustomPrompt="1"/>
          </p:nvPr>
        </p:nvSpPr>
        <p:spPr bwMode="gray">
          <a:xfrm>
            <a:off x="7483733" y="3365937"/>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2" name="Textplatzhalter 17"/>
          <p:cNvSpPr>
            <a:spLocks noGrp="1"/>
          </p:cNvSpPr>
          <p:nvPr>
            <p:ph type="body" sz="quarter" idx="32" hasCustomPrompt="1"/>
          </p:nvPr>
        </p:nvSpPr>
        <p:spPr bwMode="gray">
          <a:xfrm>
            <a:off x="7483733" y="4358482"/>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4" name="Textplatzhalter 17"/>
          <p:cNvSpPr>
            <a:spLocks noGrp="1"/>
          </p:cNvSpPr>
          <p:nvPr>
            <p:ph type="body" sz="quarter" idx="34" hasCustomPrompt="1"/>
          </p:nvPr>
        </p:nvSpPr>
        <p:spPr bwMode="gray">
          <a:xfrm>
            <a:off x="7483733" y="4649784"/>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ildschirm + Tex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pic>
        <p:nvPicPr>
          <p:cNvPr id="3" name="Grafik 2" descr="Ein Bild, das Text, Screenshot, Anzeige, Bilderrahmen enthält.&#10;&#10;Automatisch generierte Beschreibung"/>
          <p:cNvPicPr>
            <a:picLocks noChangeAspect="1"/>
          </p:cNvPicPr>
          <p:nvPr userDrawn="1"/>
        </p:nvPicPr>
        <p:blipFill rotWithShape="1">
          <a:blip r:embed="rId2">
            <a:extLst>
              <a:ext uri="{28A0092B-C50C-407E-A947-70E740481C1C}">
                <a14:useLocalDpi xmlns:a14="http://schemas.microsoft.com/office/drawing/2010/main" val="0"/>
              </a:ext>
            </a:extLst>
          </a:blip>
          <a:srcRect l="13335" t="-243" r="-4968" b="243"/>
          <a:stretch>
            <a:fillRect/>
          </a:stretch>
        </p:blipFill>
        <p:spPr bwMode="gray">
          <a:xfrm>
            <a:off x="1" y="903491"/>
            <a:ext cx="5580931" cy="4868535"/>
          </a:xfrm>
          <a:prstGeom prst="rect">
            <a:avLst/>
          </a:prstGeom>
        </p:spPr>
      </p:pic>
      <p:sp>
        <p:nvSpPr>
          <p:cNvPr id="6" name="Bildplatzhalter 5"/>
          <p:cNvSpPr>
            <a:spLocks noGrp="1"/>
          </p:cNvSpPr>
          <p:nvPr>
            <p:ph type="pic" sz="quarter" idx="10" hasCustomPrompt="1"/>
          </p:nvPr>
        </p:nvSpPr>
        <p:spPr bwMode="gray">
          <a:xfrm>
            <a:off x="1" y="1130325"/>
            <a:ext cx="5123731" cy="3263006"/>
          </a:xfrm>
          <a:prstGeom prst="rect">
            <a:avLst/>
          </a:prstGeom>
          <a:solidFill>
            <a:srgbClr val="262626"/>
          </a:solidFill>
        </p:spPr>
        <p:txBody>
          <a:bodyPr>
            <a:normAutofit/>
          </a:bodyPr>
          <a:lstStyle>
            <a:lvl1pPr marL="0" indent="0" algn="ctr">
              <a:buNone/>
              <a:defRPr sz="1400" b="1">
                <a:solidFill>
                  <a:schemeClr val="bg1"/>
                </a:solidFill>
                <a:latin typeface="Meta OT" panose="020B0504030101020104" pitchFamily="34" charset="0"/>
              </a:defRPr>
            </a:lvl1pPr>
          </a:lstStyle>
          <a:p>
            <a:br>
              <a:rPr lang="de-DE" dirty="0"/>
            </a:br>
            <a:r>
              <a:rPr lang="de-DE" dirty="0"/>
              <a:t>Bildplatzhalter:</a:t>
            </a:r>
            <a:br>
              <a:rPr lang="de-DE" dirty="0"/>
            </a:br>
            <a:r>
              <a:rPr lang="de-DE" dirty="0"/>
              <a:t>Bild durch Klicken auf Symbol hinzufügen</a:t>
            </a:r>
          </a:p>
        </p:txBody>
      </p:sp>
      <p:pic>
        <p:nvPicPr>
          <p:cNvPr id="13" name="Grafik 12"/>
          <p:cNvPicPr>
            <a:picLocks noChangeAspect="1"/>
          </p:cNvPicPr>
          <p:nvPr userDrawn="1"/>
        </p:nvPicPr>
        <p:blipFill>
          <a:blip r:embed="rId3" cstate="screen"/>
          <a:stretch>
            <a:fillRect/>
          </a:stretch>
        </p:blipFill>
        <p:spPr bwMode="gray">
          <a:xfrm>
            <a:off x="3010641" y="4374565"/>
            <a:ext cx="1968871" cy="1502904"/>
          </a:xfrm>
          <a:prstGeom prst="rect">
            <a:avLst/>
          </a:prstGeom>
        </p:spPr>
      </p:pic>
      <p:sp>
        <p:nvSpPr>
          <p:cNvPr id="14" name="Bildplatzhalter 29"/>
          <p:cNvSpPr>
            <a:spLocks noGrp="1"/>
          </p:cNvSpPr>
          <p:nvPr>
            <p:ph type="pic" sz="quarter" idx="31" hasCustomPrompt="1"/>
          </p:nvPr>
        </p:nvSpPr>
        <p:spPr bwMode="gray">
          <a:xfrm>
            <a:off x="3690349" y="4567683"/>
            <a:ext cx="617847" cy="1066035"/>
          </a:xfrm>
          <a:prstGeom prst="rect">
            <a:avLst/>
          </a:prstGeom>
          <a:solidFill>
            <a:srgbClr val="FAFAFA"/>
          </a:solidFill>
        </p:spPr>
        <p:txBody>
          <a:bodyPr/>
          <a:lstStyle>
            <a:lvl1pPr marL="0" indent="0">
              <a:buNone/>
              <a:defRPr sz="1400">
                <a:latin typeface="Meta OT" panose="020B0504030101020104" pitchFamily="34" charset="0"/>
              </a:defRPr>
            </a:lvl1pPr>
          </a:lstStyle>
          <a:p>
            <a:r>
              <a:rPr lang="de-DE" dirty="0"/>
              <a:t>Bildplatzhalter</a:t>
            </a:r>
          </a:p>
        </p:txBody>
      </p:sp>
      <p:sp>
        <p:nvSpPr>
          <p:cNvPr id="24" name="Textplatzhalter 17"/>
          <p:cNvSpPr>
            <a:spLocks noGrp="1"/>
          </p:cNvSpPr>
          <p:nvPr>
            <p:ph type="body" sz="quarter" idx="26" hasCustomPrompt="1"/>
          </p:nvPr>
        </p:nvSpPr>
        <p:spPr bwMode="gray">
          <a:xfrm>
            <a:off x="7483733" y="1790787"/>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6" name="Textplatzhalter 17"/>
          <p:cNvSpPr>
            <a:spLocks noGrp="1"/>
          </p:cNvSpPr>
          <p:nvPr>
            <p:ph type="body" sz="quarter" idx="28" hasCustomPrompt="1"/>
          </p:nvPr>
        </p:nvSpPr>
        <p:spPr bwMode="gray">
          <a:xfrm>
            <a:off x="7483733" y="2082089"/>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7" name="Textplatzhalter 17"/>
          <p:cNvSpPr>
            <a:spLocks noGrp="1"/>
          </p:cNvSpPr>
          <p:nvPr>
            <p:ph type="body" sz="quarter" idx="29" hasCustomPrompt="1"/>
          </p:nvPr>
        </p:nvSpPr>
        <p:spPr bwMode="gray">
          <a:xfrm>
            <a:off x="7483733" y="3074635"/>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9" name="Textplatzhalter 17"/>
          <p:cNvSpPr>
            <a:spLocks noGrp="1"/>
          </p:cNvSpPr>
          <p:nvPr>
            <p:ph type="body" sz="quarter" idx="32" hasCustomPrompt="1"/>
          </p:nvPr>
        </p:nvSpPr>
        <p:spPr bwMode="gray">
          <a:xfrm>
            <a:off x="7483733" y="3365937"/>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30" name="Textplatzhalter 17"/>
          <p:cNvSpPr>
            <a:spLocks noGrp="1"/>
          </p:cNvSpPr>
          <p:nvPr>
            <p:ph type="body" sz="quarter" idx="33" hasCustomPrompt="1"/>
          </p:nvPr>
        </p:nvSpPr>
        <p:spPr bwMode="gray">
          <a:xfrm>
            <a:off x="7483733" y="4358482"/>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32" name="Textplatzhalter 17"/>
          <p:cNvSpPr>
            <a:spLocks noGrp="1"/>
          </p:cNvSpPr>
          <p:nvPr>
            <p:ph type="body" sz="quarter" idx="35" hasCustomPrompt="1"/>
          </p:nvPr>
        </p:nvSpPr>
        <p:spPr bwMode="gray">
          <a:xfrm>
            <a:off x="7483733" y="4649784"/>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4" name="Freeform: Shape 8"/>
          <p:cNvSpPr/>
          <p:nvPr userDrawn="1"/>
        </p:nvSpPr>
        <p:spPr bwMode="gray">
          <a:xfrm>
            <a:off x="-754380" y="1728000"/>
            <a:ext cx="5748411" cy="4140000"/>
          </a:xfrm>
          <a:prstGeom prst="roundRect">
            <a:avLst>
              <a:gd name="adj" fmla="val 94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5" name="Textplatzhalter 17"/>
          <p:cNvSpPr>
            <a:spLocks noGrp="1"/>
          </p:cNvSpPr>
          <p:nvPr>
            <p:ph type="body" sz="quarter" idx="25" hasCustomPrompt="1"/>
          </p:nvPr>
        </p:nvSpPr>
        <p:spPr bwMode="gray">
          <a:xfrm>
            <a:off x="540002" y="2416701"/>
            <a:ext cx="2735047" cy="1455502"/>
          </a:xfrm>
        </p:spPr>
        <p:txBody>
          <a:bodyPr anchor="b"/>
          <a:lstStyle>
            <a:lvl1pPr marL="0" indent="0" algn="r">
              <a:lnSpc>
                <a:spcPct val="90000"/>
              </a:lnSpc>
              <a:spcAft>
                <a:spcPts val="0"/>
              </a:spcAft>
              <a:buNone/>
              <a:defRPr sz="2800" b="1">
                <a:solidFill>
                  <a:schemeClr val="bg1"/>
                </a:solidFill>
              </a:defRPr>
            </a:lvl1pPr>
            <a:lvl2pPr marL="450215" indent="0">
              <a:buNone/>
              <a:defRPr/>
            </a:lvl2pPr>
          </a:lstStyle>
          <a:p>
            <a:pPr lvl="0"/>
            <a:r>
              <a:rPr lang="de-DE" dirty="0"/>
              <a:t>Vorname</a:t>
            </a:r>
            <a:br>
              <a:rPr lang="de-DE" dirty="0"/>
            </a:br>
            <a:r>
              <a:rPr lang="de-DE" dirty="0"/>
              <a:t>Name</a:t>
            </a:r>
          </a:p>
        </p:txBody>
      </p:sp>
      <p:sp>
        <p:nvSpPr>
          <p:cNvPr id="6" name="Inhaltsplatzhalter 5"/>
          <p:cNvSpPr>
            <a:spLocks noGrp="1"/>
          </p:cNvSpPr>
          <p:nvPr>
            <p:ph sz="quarter" idx="17" hasCustomPrompt="1"/>
          </p:nvPr>
        </p:nvSpPr>
        <p:spPr bwMode="gray">
          <a:xfrm>
            <a:off x="6612000" y="1728000"/>
            <a:ext cx="504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chor="ctr">
            <a:noAutofit/>
          </a:bodyPr>
          <a:lstStyle>
            <a:lvl1pPr marL="0" indent="0">
              <a:buNone/>
              <a:defRPr/>
            </a:lvl1pPr>
          </a:lstStyle>
          <a:p>
            <a:pPr lvl="0"/>
            <a:r>
              <a:rPr lang="de-DE" dirty="0"/>
              <a:t>Kontaktinformationen</a:t>
            </a:r>
          </a:p>
        </p:txBody>
      </p:sp>
      <p:sp>
        <p:nvSpPr>
          <p:cNvPr id="10" name="Bildplatzhalter 3"/>
          <p:cNvSpPr>
            <a:spLocks noGrp="1" noChangeAspect="1"/>
          </p:cNvSpPr>
          <p:nvPr>
            <p:ph type="pic" sz="quarter" idx="10" hasCustomPrompt="1"/>
          </p:nvPr>
        </p:nvSpPr>
        <p:spPr bwMode="gray">
          <a:xfrm>
            <a:off x="3795096" y="2599067"/>
            <a:ext cx="2397869" cy="2397869"/>
          </a:xfrm>
          <a:prstGeom prst="ellipse">
            <a:avLst/>
          </a:prstGeom>
          <a:solidFill>
            <a:schemeClr val="bg1"/>
          </a:solidFill>
          <a:ln w="63500">
            <a:solidFill>
              <a:schemeClr val="bg1"/>
            </a:solidFill>
          </a:ln>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1" name="Textplatzhalter 17"/>
          <p:cNvSpPr>
            <a:spLocks noGrp="1"/>
          </p:cNvSpPr>
          <p:nvPr>
            <p:ph type="body" sz="quarter" idx="26" hasCustomPrompt="1"/>
          </p:nvPr>
        </p:nvSpPr>
        <p:spPr bwMode="gray">
          <a:xfrm>
            <a:off x="540002" y="4189441"/>
            <a:ext cx="2735047" cy="205157"/>
          </a:xfrm>
        </p:spPr>
        <p:txBody>
          <a:bodyPr anchor="b"/>
          <a:lstStyle>
            <a:lvl1pPr marL="0" indent="0" algn="r">
              <a:lnSpc>
                <a:spcPct val="90000"/>
              </a:lnSpc>
              <a:buNone/>
              <a:defRPr sz="1400" b="0" cap="all" spc="300" baseline="0">
                <a:solidFill>
                  <a:schemeClr val="bg1"/>
                </a:solidFill>
              </a:defRPr>
            </a:lvl1pPr>
            <a:lvl2pPr marL="450215" indent="0">
              <a:buNone/>
              <a:defRPr/>
            </a:lvl2pPr>
          </a:lstStyle>
          <a:p>
            <a:pPr lvl="0"/>
            <a:r>
              <a:rPr lang="de-DE" dirty="0"/>
              <a:t>Position</a:t>
            </a:r>
          </a:p>
        </p:txBody>
      </p:sp>
      <p:cxnSp>
        <p:nvCxnSpPr>
          <p:cNvPr id="20" name="Straight Connector 8"/>
          <p:cNvCxnSpPr/>
          <p:nvPr userDrawn="1"/>
        </p:nvCxnSpPr>
        <p:spPr bwMode="gray">
          <a:xfrm>
            <a:off x="2555045" y="4032256"/>
            <a:ext cx="72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21"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Kontakt (hell)">
    <p:spTree>
      <p:nvGrpSpPr>
        <p:cNvPr id="1" name=""/>
        <p:cNvGrpSpPr/>
        <p:nvPr/>
      </p:nvGrpSpPr>
      <p:grpSpPr>
        <a:xfrm>
          <a:off x="0" y="0"/>
          <a:ext cx="0" cy="0"/>
          <a:chOff x="0" y="0"/>
          <a:chExt cx="0" cy="0"/>
        </a:xfrm>
      </p:grpSpPr>
      <p:sp>
        <p:nvSpPr>
          <p:cNvPr id="3" name="Freeform: Shape 8"/>
          <p:cNvSpPr/>
          <p:nvPr userDrawn="1"/>
        </p:nvSpPr>
        <p:spPr bwMode="gray">
          <a:xfrm>
            <a:off x="-754380" y="1728000"/>
            <a:ext cx="5748411" cy="4140000"/>
          </a:xfrm>
          <a:prstGeom prst="roundRect">
            <a:avLst>
              <a:gd name="adj" fmla="val 948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5" name="Textplatzhalter 17"/>
          <p:cNvSpPr>
            <a:spLocks noGrp="1"/>
          </p:cNvSpPr>
          <p:nvPr>
            <p:ph type="body" sz="quarter" idx="25" hasCustomPrompt="1"/>
          </p:nvPr>
        </p:nvSpPr>
        <p:spPr bwMode="gray">
          <a:xfrm>
            <a:off x="540002" y="2416701"/>
            <a:ext cx="2735047" cy="1455502"/>
          </a:xfrm>
        </p:spPr>
        <p:txBody>
          <a:bodyPr anchor="b"/>
          <a:lstStyle>
            <a:lvl1pPr marL="0" indent="0" algn="r">
              <a:lnSpc>
                <a:spcPct val="90000"/>
              </a:lnSpc>
              <a:spcAft>
                <a:spcPts val="0"/>
              </a:spcAft>
              <a:buNone/>
              <a:defRPr sz="2800" b="1">
                <a:solidFill>
                  <a:schemeClr val="tx1"/>
                </a:solidFill>
              </a:defRPr>
            </a:lvl1pPr>
            <a:lvl2pPr marL="450215" indent="0">
              <a:buNone/>
              <a:defRPr/>
            </a:lvl2pPr>
          </a:lstStyle>
          <a:p>
            <a:pPr lvl="0"/>
            <a:r>
              <a:rPr lang="de-DE" dirty="0"/>
              <a:t>Vorname</a:t>
            </a:r>
            <a:br>
              <a:rPr lang="de-DE" dirty="0"/>
            </a:br>
            <a:r>
              <a:rPr lang="de-DE" dirty="0"/>
              <a:t>Name</a:t>
            </a:r>
          </a:p>
        </p:txBody>
      </p:sp>
      <p:sp>
        <p:nvSpPr>
          <p:cNvPr id="6" name="Inhaltsplatzhalter 5"/>
          <p:cNvSpPr>
            <a:spLocks noGrp="1"/>
          </p:cNvSpPr>
          <p:nvPr>
            <p:ph sz="quarter" idx="17" hasCustomPrompt="1"/>
          </p:nvPr>
        </p:nvSpPr>
        <p:spPr bwMode="gray">
          <a:xfrm>
            <a:off x="6612000" y="1728000"/>
            <a:ext cx="504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chor="ctr">
            <a:noAutofit/>
          </a:bodyPr>
          <a:lstStyle>
            <a:lvl1pPr marL="0" indent="0">
              <a:buNone/>
              <a:defRPr/>
            </a:lvl1pPr>
          </a:lstStyle>
          <a:p>
            <a:pPr lvl="0"/>
            <a:r>
              <a:rPr lang="de-DE" dirty="0"/>
              <a:t>Kontaktinformationen</a:t>
            </a:r>
          </a:p>
        </p:txBody>
      </p:sp>
      <p:sp>
        <p:nvSpPr>
          <p:cNvPr id="10" name="Bildplatzhalter 3"/>
          <p:cNvSpPr>
            <a:spLocks noGrp="1" noChangeAspect="1"/>
          </p:cNvSpPr>
          <p:nvPr>
            <p:ph type="pic" sz="quarter" idx="10" hasCustomPrompt="1"/>
          </p:nvPr>
        </p:nvSpPr>
        <p:spPr bwMode="gray">
          <a:xfrm>
            <a:off x="3795096" y="2599067"/>
            <a:ext cx="2397869" cy="2397869"/>
          </a:xfrm>
          <a:prstGeom prst="ellipse">
            <a:avLst/>
          </a:prstGeom>
          <a:solidFill>
            <a:schemeClr val="bg1"/>
          </a:solidFill>
          <a:ln w="63500">
            <a:solidFill>
              <a:schemeClr val="bg1"/>
            </a:solidFill>
          </a:ln>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1" name="Textplatzhalter 17"/>
          <p:cNvSpPr>
            <a:spLocks noGrp="1"/>
          </p:cNvSpPr>
          <p:nvPr>
            <p:ph type="body" sz="quarter" idx="26" hasCustomPrompt="1"/>
          </p:nvPr>
        </p:nvSpPr>
        <p:spPr bwMode="gray">
          <a:xfrm>
            <a:off x="540002" y="4189441"/>
            <a:ext cx="2735047" cy="205157"/>
          </a:xfrm>
        </p:spPr>
        <p:txBody>
          <a:bodyPr anchor="b"/>
          <a:lstStyle>
            <a:lvl1pPr marL="0" indent="0" algn="r">
              <a:lnSpc>
                <a:spcPct val="90000"/>
              </a:lnSpc>
              <a:buNone/>
              <a:defRPr sz="1400" b="0" cap="all" spc="300" baseline="0">
                <a:solidFill>
                  <a:schemeClr val="tx1"/>
                </a:solidFill>
              </a:defRPr>
            </a:lvl1pPr>
            <a:lvl2pPr marL="450215" indent="0">
              <a:buNone/>
              <a:defRPr/>
            </a:lvl2pPr>
          </a:lstStyle>
          <a:p>
            <a:pPr lvl="0"/>
            <a:r>
              <a:rPr lang="de-DE" dirty="0"/>
              <a:t>Position</a:t>
            </a:r>
          </a:p>
        </p:txBody>
      </p:sp>
      <p:cxnSp>
        <p:nvCxnSpPr>
          <p:cNvPr id="12" name="Straight Connector 8"/>
          <p:cNvCxnSpPr/>
          <p:nvPr userDrawn="1"/>
        </p:nvCxnSpPr>
        <p:spPr bwMode="gray">
          <a:xfrm>
            <a:off x="2555045" y="4032256"/>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feld 3"/>
          <p:cNvSpPr txBox="1"/>
          <p:nvPr userDrawn="1"/>
        </p:nvSpPr>
        <p:spPr bwMode="gray">
          <a:xfrm>
            <a:off x="13258800" y="2912533"/>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14"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6"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A Schlussfolie mit Bild">
    <p:spTree>
      <p:nvGrpSpPr>
        <p:cNvPr id="1" name=""/>
        <p:cNvGrpSpPr/>
        <p:nvPr/>
      </p:nvGrpSpPr>
      <p:grpSpPr>
        <a:xfrm>
          <a:off x="0" y="0"/>
          <a:ext cx="0" cy="0"/>
          <a:chOff x="0" y="0"/>
          <a:chExt cx="0" cy="0"/>
        </a:xfrm>
      </p:grpSpPr>
      <p:sp>
        <p:nvSpPr>
          <p:cNvPr id="2" name="Freeform: Shape 8"/>
          <p:cNvSpPr/>
          <p:nvPr userDrawn="1"/>
        </p:nvSpPr>
        <p:spPr bwMode="gray">
          <a:xfrm>
            <a:off x="5" y="-1"/>
            <a:ext cx="12191999" cy="6858001"/>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3" name="Titel 2"/>
          <p:cNvSpPr>
            <a:spLocks noGrp="1"/>
          </p:cNvSpPr>
          <p:nvPr>
            <p:ph type="title" hasCustomPrompt="1"/>
          </p:nvPr>
        </p:nvSpPr>
        <p:spPr bwMode="gray">
          <a:xfrm>
            <a:off x="4114800" y="3159004"/>
            <a:ext cx="7531893" cy="800467"/>
          </a:xfrm>
        </p:spPr>
        <p:txBody>
          <a:bodyPr/>
          <a:lstStyle>
            <a:lvl1pPr algn="ctr">
              <a:defRPr sz="6600" cap="all" spc="400" baseline="0">
                <a:solidFill>
                  <a:schemeClr val="bg1"/>
                </a:solidFill>
              </a:defRPr>
            </a:lvl1pPr>
          </a:lstStyle>
          <a:p>
            <a:r>
              <a:rPr lang="de-DE" noProof="0" dirty="0"/>
              <a:t>Vielen Dank!</a:t>
            </a:r>
          </a:p>
        </p:txBody>
      </p:sp>
      <p:sp>
        <p:nvSpPr>
          <p:cNvPr id="19" name="Bildplatzhalter 18"/>
          <p:cNvSpPr>
            <a:spLocks noGrp="1" noChangeAspect="1"/>
          </p:cNvSpPr>
          <p:nvPr>
            <p:ph type="pic" sz="quarter" idx="10" hasCustomPrompt="1"/>
          </p:nvPr>
        </p:nvSpPr>
        <p:spPr bwMode="gray">
          <a:xfrm>
            <a:off x="0" y="0"/>
            <a:ext cx="4114800" cy="6858000"/>
          </a:xfrm>
          <a:prstGeom prst="round1Rect">
            <a:avLst>
              <a:gd name="adj" fmla="val 11333"/>
            </a:avLst>
          </a:pr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pic>
        <p:nvPicPr>
          <p:cNvPr id="7" name="Grafik 6"/>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A Schlussfolie mit Bild">
    <p:spTree>
      <p:nvGrpSpPr>
        <p:cNvPr id="1" name=""/>
        <p:cNvGrpSpPr/>
        <p:nvPr/>
      </p:nvGrpSpPr>
      <p:grpSpPr>
        <a:xfrm>
          <a:off x="0" y="0"/>
          <a:ext cx="0" cy="0"/>
          <a:chOff x="0" y="0"/>
          <a:chExt cx="0" cy="0"/>
        </a:xfrm>
      </p:grpSpPr>
      <p:sp>
        <p:nvSpPr>
          <p:cNvPr id="2" name="Freeform: Shape 8"/>
          <p:cNvSpPr/>
          <p:nvPr userDrawn="1"/>
        </p:nvSpPr>
        <p:spPr bwMode="gray">
          <a:xfrm>
            <a:off x="5" y="-1"/>
            <a:ext cx="12191999" cy="6858001"/>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3" name="Titel 2"/>
          <p:cNvSpPr>
            <a:spLocks noGrp="1"/>
          </p:cNvSpPr>
          <p:nvPr>
            <p:ph type="title" hasCustomPrompt="1"/>
          </p:nvPr>
        </p:nvSpPr>
        <p:spPr bwMode="gray">
          <a:xfrm>
            <a:off x="538165" y="2463322"/>
            <a:ext cx="11108531" cy="800467"/>
          </a:xfrm>
        </p:spPr>
        <p:txBody>
          <a:bodyPr/>
          <a:lstStyle>
            <a:lvl1pPr algn="ctr">
              <a:defRPr sz="6600" cap="all" spc="400" baseline="0">
                <a:solidFill>
                  <a:schemeClr val="bg1"/>
                </a:solidFill>
              </a:defRPr>
            </a:lvl1pPr>
          </a:lstStyle>
          <a:p>
            <a:r>
              <a:rPr lang="de-DE" noProof="0" dirty="0"/>
              <a:t>Vielen Dank!</a:t>
            </a:r>
          </a:p>
        </p:txBody>
      </p:sp>
      <p:pic>
        <p:nvPicPr>
          <p:cNvPr id="5" name="Grafik 4"/>
          <p:cNvPicPr>
            <a:picLocks noChangeAspect="1"/>
          </p:cNvPicPr>
          <p:nvPr userDrawn="1"/>
        </p:nvPicPr>
        <p:blipFill rotWithShape="1">
          <a:blip r:embed="rId2">
            <a:extLst>
              <a:ext uri="{96DAC541-7B7A-43D3-8B79-37D633B846F1}">
                <asvg:svgBlip xmlns:asvg="http://schemas.microsoft.com/office/drawing/2016/SVG/main" r:embed="rId3"/>
              </a:ext>
            </a:extLst>
          </a:blip>
          <a:srcRect r="61713"/>
          <a:stretch>
            <a:fillRect/>
          </a:stretch>
        </p:blipFill>
        <p:spPr>
          <a:xfrm>
            <a:off x="410319" y="-1225267"/>
            <a:ext cx="11364220" cy="7776177"/>
          </a:xfrm>
          <a:prstGeom prst="rect">
            <a:avLst/>
          </a:prstGeom>
        </p:spPr>
      </p:pic>
      <p:sp>
        <p:nvSpPr>
          <p:cNvPr id="4" name="Textplatzhalter 5"/>
          <p:cNvSpPr>
            <a:spLocks noGrp="1"/>
          </p:cNvSpPr>
          <p:nvPr>
            <p:ph type="body" sz="quarter" idx="14" hasCustomPrompt="1"/>
          </p:nvPr>
        </p:nvSpPr>
        <p:spPr bwMode="gray">
          <a:xfrm>
            <a:off x="1836313" y="4590256"/>
            <a:ext cx="8512232" cy="1834363"/>
          </a:xfrm>
        </p:spPr>
        <p:txBody>
          <a:bodyPr numCol="2" spcCol="180000"/>
          <a:lstStyle>
            <a:lvl1pPr marL="0" indent="0">
              <a:lnSpc>
                <a:spcPct val="100000"/>
              </a:lnSpc>
              <a:buNone/>
              <a:defRPr>
                <a:solidFill>
                  <a:schemeClr val="bg1"/>
                </a:solidFill>
              </a:defRPr>
            </a:lvl1pPr>
          </a:lstStyle>
          <a:p>
            <a:pPr lvl="0"/>
            <a:r>
              <a:rPr lang="de-DE" dirty="0"/>
              <a:t>Kontakt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 Schlussfolie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5" name="Titel 2"/>
          <p:cNvSpPr>
            <a:spLocks noGrp="1"/>
          </p:cNvSpPr>
          <p:nvPr>
            <p:ph type="title" hasCustomPrompt="1"/>
          </p:nvPr>
        </p:nvSpPr>
        <p:spPr bwMode="gray">
          <a:xfrm>
            <a:off x="540000" y="2828224"/>
            <a:ext cx="11112000" cy="540000"/>
          </a:xfrm>
        </p:spPr>
        <p:txBody>
          <a:bodyPr/>
          <a:lstStyle>
            <a:lvl1pPr>
              <a:defRPr sz="4800" cap="all" spc="400" baseline="0">
                <a:solidFill>
                  <a:schemeClr val="bg1"/>
                </a:solidFill>
              </a:defRPr>
            </a:lvl1pPr>
          </a:lstStyle>
          <a:p>
            <a:r>
              <a:rPr lang="de-DE" noProof="0" dirty="0"/>
              <a:t>Vielen Dank!</a:t>
            </a:r>
          </a:p>
        </p:txBody>
      </p:sp>
      <p:sp>
        <p:nvSpPr>
          <p:cNvPr id="2" name="Textplatzhalter 5"/>
          <p:cNvSpPr>
            <a:spLocks noGrp="1"/>
          </p:cNvSpPr>
          <p:nvPr>
            <p:ph type="body" sz="quarter" idx="14" hasCustomPrompt="1"/>
          </p:nvPr>
        </p:nvSpPr>
        <p:spPr bwMode="gray">
          <a:xfrm>
            <a:off x="540000" y="3747975"/>
            <a:ext cx="7920000" cy="814769"/>
          </a:xfrm>
        </p:spPr>
        <p:txBody>
          <a:bodyPr numCol="2" spcCol="180000"/>
          <a:lstStyle>
            <a:lvl1pPr marL="0" indent="0">
              <a:lnSpc>
                <a:spcPct val="100000"/>
              </a:lnSpc>
              <a:buNone/>
              <a:defRPr>
                <a:solidFill>
                  <a:schemeClr val="bg1"/>
                </a:solidFill>
              </a:defRPr>
            </a:lvl1pPr>
          </a:lstStyle>
          <a:p>
            <a:pPr lvl="0"/>
            <a:r>
              <a:rPr lang="de-DE" dirty="0"/>
              <a:t>Kontakt</a:t>
            </a:r>
          </a:p>
        </p:txBody>
      </p:sp>
      <p:grpSp>
        <p:nvGrpSpPr>
          <p:cNvPr id="4" name="Gruppieren 3"/>
          <p:cNvGrpSpPr/>
          <p:nvPr userDrawn="1"/>
        </p:nvGrpSpPr>
        <p:grpSpPr>
          <a:xfrm>
            <a:off x="8589755" y="3294570"/>
            <a:ext cx="4177596" cy="3174456"/>
            <a:chOff x="8860223" y="3611128"/>
            <a:chExt cx="3866783" cy="2938277"/>
          </a:xfrm>
        </p:grpSpPr>
        <p:sp>
          <p:nvSpPr>
            <p:cNvPr id="7" name="Abgerundetes Rechteck 6"/>
            <p:cNvSpPr/>
            <p:nvPr userDrawn="1"/>
          </p:nvSpPr>
          <p:spPr bwMode="gray">
            <a:xfrm rot="10800000">
              <a:off x="8860223" y="5748716"/>
              <a:ext cx="2537455" cy="800688"/>
            </a:xfrm>
            <a:prstGeom prst="roundRect">
              <a:avLst>
                <a:gd name="adj" fmla="val 50000"/>
              </a:avLst>
            </a:prstGeom>
            <a:solidFill>
              <a:schemeClr val="accent1">
                <a:lumMod val="60000"/>
                <a:lumOff val="40000"/>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8" name="Träne 7"/>
            <p:cNvSpPr/>
            <p:nvPr userDrawn="1"/>
          </p:nvSpPr>
          <p:spPr bwMode="gray">
            <a:xfrm rot="5400000">
              <a:off x="9799540" y="4948089"/>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Ecken des Rechtecks auf der gleichen Seite abrunden 8"/>
            <p:cNvSpPr/>
            <p:nvPr userDrawn="1"/>
          </p:nvSpPr>
          <p:spPr bwMode="gray">
            <a:xfrm rot="5400000">
              <a:off x="10199822" y="4547678"/>
              <a:ext cx="1601386" cy="800693"/>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0" name="Freihandform 9"/>
            <p:cNvSpPr/>
            <p:nvPr userDrawn="1"/>
          </p:nvSpPr>
          <p:spPr bwMode="gray">
            <a:xfrm rot="10800000">
              <a:off x="11403920" y="3611128"/>
              <a:ext cx="800695" cy="1601391"/>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12" name="Träne 11"/>
            <p:cNvSpPr/>
            <p:nvPr userDrawn="1"/>
          </p:nvSpPr>
          <p:spPr bwMode="gray">
            <a:xfrm rot="16200000">
              <a:off x="11403815" y="5226215"/>
              <a:ext cx="1323297" cy="132308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cxnSp>
        <p:nvCxnSpPr>
          <p:cNvPr id="14" name="Straight Connector 8"/>
          <p:cNvCxnSpPr/>
          <p:nvPr userDrawn="1"/>
        </p:nvCxnSpPr>
        <p:spPr bwMode="gray">
          <a:xfrm>
            <a:off x="540000" y="3554185"/>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B Schlussfolie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grpSp>
        <p:nvGrpSpPr>
          <p:cNvPr id="4" name="Gruppieren 3"/>
          <p:cNvGrpSpPr/>
          <p:nvPr userDrawn="1"/>
        </p:nvGrpSpPr>
        <p:grpSpPr>
          <a:xfrm rot="5400000" flipH="1">
            <a:off x="-64243" y="-643043"/>
            <a:ext cx="4337797" cy="3132967"/>
            <a:chOff x="8235924" y="3649527"/>
            <a:chExt cx="4015066" cy="2899876"/>
          </a:xfrm>
        </p:grpSpPr>
        <p:sp>
          <p:nvSpPr>
            <p:cNvPr id="7" name="Abgerundetes Rechteck 6"/>
            <p:cNvSpPr/>
            <p:nvPr userDrawn="1"/>
          </p:nvSpPr>
          <p:spPr bwMode="gray">
            <a:xfrm rot="10800000">
              <a:off x="8235924" y="5748715"/>
              <a:ext cx="4015066" cy="800688"/>
            </a:xfrm>
            <a:prstGeom prst="roundRect">
              <a:avLst>
                <a:gd name="adj" fmla="val 50000"/>
              </a:avLst>
            </a:prstGeom>
            <a:solidFill>
              <a:schemeClr val="accent1">
                <a:lumMod val="60000"/>
                <a:lumOff val="40000"/>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8" name="Träne 7"/>
            <p:cNvSpPr/>
            <p:nvPr userDrawn="1"/>
          </p:nvSpPr>
          <p:spPr bwMode="gray">
            <a:xfrm rot="5400000">
              <a:off x="8812971" y="4948090"/>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Ecken des Rechtecks auf der gleichen Seite abrunden 8"/>
            <p:cNvSpPr/>
            <p:nvPr userDrawn="1"/>
          </p:nvSpPr>
          <p:spPr bwMode="gray">
            <a:xfrm rot="5400000">
              <a:off x="8964351" y="4298777"/>
              <a:ext cx="2099190" cy="800693"/>
            </a:xfrm>
            <a:prstGeom prst="round2SameRect">
              <a:avLst>
                <a:gd name="adj1" fmla="val 48679"/>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2" name="Oval 11"/>
            <p:cNvSpPr/>
            <p:nvPr userDrawn="1"/>
          </p:nvSpPr>
          <p:spPr bwMode="gray">
            <a:xfrm rot="5400000">
              <a:off x="10416078" y="3649634"/>
              <a:ext cx="1323297" cy="13230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sp>
        <p:nvSpPr>
          <p:cNvPr id="5" name="Titel 2"/>
          <p:cNvSpPr>
            <a:spLocks noGrp="1"/>
          </p:cNvSpPr>
          <p:nvPr>
            <p:ph type="title" hasCustomPrompt="1"/>
          </p:nvPr>
        </p:nvSpPr>
        <p:spPr bwMode="gray">
          <a:xfrm>
            <a:off x="540000" y="3632678"/>
            <a:ext cx="4443480" cy="540000"/>
          </a:xfrm>
        </p:spPr>
        <p:txBody>
          <a:bodyPr/>
          <a:lstStyle>
            <a:lvl1pPr>
              <a:defRPr sz="4800" cap="all" spc="400" baseline="0">
                <a:solidFill>
                  <a:schemeClr val="bg1"/>
                </a:solidFill>
              </a:defRPr>
            </a:lvl1pPr>
          </a:lstStyle>
          <a:p>
            <a:r>
              <a:rPr lang="de-DE" noProof="0" dirty="0"/>
              <a:t>Vielen Dank!</a:t>
            </a:r>
          </a:p>
        </p:txBody>
      </p:sp>
      <p:sp>
        <p:nvSpPr>
          <p:cNvPr id="2" name="Textplatzhalter 5"/>
          <p:cNvSpPr>
            <a:spLocks noGrp="1"/>
          </p:cNvSpPr>
          <p:nvPr>
            <p:ph type="body" sz="quarter" idx="14" hasCustomPrompt="1"/>
          </p:nvPr>
        </p:nvSpPr>
        <p:spPr bwMode="gray">
          <a:xfrm>
            <a:off x="540000" y="4577570"/>
            <a:ext cx="4443480" cy="1834363"/>
          </a:xfrm>
        </p:spPr>
        <p:txBody>
          <a:bodyPr numCol="2" spcCol="180000"/>
          <a:lstStyle>
            <a:lvl1pPr marL="0" indent="0">
              <a:lnSpc>
                <a:spcPct val="100000"/>
              </a:lnSpc>
              <a:buNone/>
              <a:defRPr>
                <a:solidFill>
                  <a:schemeClr val="bg1"/>
                </a:solidFill>
              </a:defRPr>
            </a:lvl1pPr>
          </a:lstStyle>
          <a:p>
            <a:pPr lvl="0"/>
            <a:r>
              <a:rPr lang="de-DE" dirty="0"/>
              <a:t>Kontakt</a:t>
            </a:r>
          </a:p>
        </p:txBody>
      </p:sp>
      <p:sp>
        <p:nvSpPr>
          <p:cNvPr id="14" name="Textfeld 13"/>
          <p:cNvSpPr txBox="1"/>
          <p:nvPr userDrawn="1"/>
        </p:nvSpPr>
        <p:spPr bwMode="gray">
          <a:xfrm>
            <a:off x="-1680211" y="378333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13" name="Bildplatzhalter 4"/>
          <p:cNvSpPr>
            <a:spLocks noGrp="1" noChangeAspect="1"/>
          </p:cNvSpPr>
          <p:nvPr>
            <p:ph type="pic" sz="quarter" idx="10" hasCustomPrompt="1"/>
          </p:nvPr>
        </p:nvSpPr>
        <p:spPr bwMode="gray">
          <a:xfrm>
            <a:off x="6503672" y="1727200"/>
            <a:ext cx="6226493" cy="4697410"/>
          </a:xfrm>
          <a:prstGeom prst="round2DiagRect">
            <a:avLst>
              <a:gd name="adj1" fmla="val 12052"/>
              <a:gd name="adj2" fmla="val 0"/>
            </a:avLst>
          </a:pr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7" name="Textfeld 16"/>
          <p:cNvSpPr txBox="1"/>
          <p:nvPr userDrawn="1"/>
        </p:nvSpPr>
        <p:spPr bwMode="gray">
          <a:xfrm>
            <a:off x="-2527069" y="3142211"/>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cxnSp>
        <p:nvCxnSpPr>
          <p:cNvPr id="15" name="Straight Connector 8"/>
          <p:cNvCxnSpPr/>
          <p:nvPr userDrawn="1"/>
        </p:nvCxnSpPr>
        <p:spPr bwMode="gray">
          <a:xfrm>
            <a:off x="540000" y="4358639"/>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Grafik 15"/>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A Titel mit Bild">
    <p:spTree>
      <p:nvGrpSpPr>
        <p:cNvPr id="1" name=""/>
        <p:cNvGrpSpPr/>
        <p:nvPr/>
      </p:nvGrpSpPr>
      <p:grpSpPr>
        <a:xfrm>
          <a:off x="0" y="0"/>
          <a:ext cx="0" cy="0"/>
          <a:chOff x="0" y="0"/>
          <a:chExt cx="0" cy="0"/>
        </a:xfrm>
      </p:grpSpPr>
      <p:sp>
        <p:nvSpPr>
          <p:cNvPr id="6" name="Freeform: Shape 8"/>
          <p:cNvSpPr/>
          <p:nvPr userDrawn="1"/>
        </p:nvSpPr>
        <p:spPr bwMode="gray">
          <a:xfrm>
            <a:off x="-2048296" y="3028950"/>
            <a:ext cx="11029951" cy="2844800"/>
          </a:xfrm>
          <a:prstGeom prst="roundRect">
            <a:avLst>
              <a:gd name="adj" fmla="val 1774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3" name="Titel 2"/>
          <p:cNvSpPr>
            <a:spLocks noGrp="1"/>
          </p:cNvSpPr>
          <p:nvPr>
            <p:ph type="title" hasCustomPrompt="1"/>
          </p:nvPr>
        </p:nvSpPr>
        <p:spPr bwMode="gray">
          <a:xfrm>
            <a:off x="540005" y="3767352"/>
            <a:ext cx="6317999" cy="540000"/>
          </a:xfrm>
        </p:spPr>
        <p:txBody>
          <a:bodyPr/>
          <a:lstStyle>
            <a:lvl1pPr>
              <a:defRPr sz="4400" cap="all" spc="400" baseline="0">
                <a:solidFill>
                  <a:schemeClr val="bg1"/>
                </a:solidFill>
              </a:defRPr>
            </a:lvl1pPr>
          </a:lstStyle>
          <a:p>
            <a:r>
              <a:rPr lang="de-DE" noProof="0" dirty="0"/>
              <a:t>Titel Ihrer Präsentation</a:t>
            </a:r>
          </a:p>
        </p:txBody>
      </p:sp>
      <p:grpSp>
        <p:nvGrpSpPr>
          <p:cNvPr id="24" name="Gruppieren 23"/>
          <p:cNvGrpSpPr/>
          <p:nvPr userDrawn="1"/>
        </p:nvGrpSpPr>
        <p:grpSpPr>
          <a:xfrm rot="16200000">
            <a:off x="9052317" y="512273"/>
            <a:ext cx="3426623" cy="2402084"/>
            <a:chOff x="7582680" y="1972513"/>
            <a:chExt cx="4621936" cy="3240006"/>
          </a:xfrm>
        </p:grpSpPr>
        <p:sp>
          <p:nvSpPr>
            <p:cNvPr id="16" name="Abgerundetes Rechteck 15"/>
            <p:cNvSpPr/>
            <p:nvPr userDrawn="1"/>
          </p:nvSpPr>
          <p:spPr bwMode="gray">
            <a:xfrm rot="10800000">
              <a:off x="7582680" y="4132515"/>
              <a:ext cx="3630368" cy="1079993"/>
            </a:xfrm>
            <a:prstGeom prst="roundRect">
              <a:avLst>
                <a:gd name="adj" fmla="val 50000"/>
              </a:avLst>
            </a:prstGeom>
            <a:solidFill>
              <a:schemeClr val="accent1">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7" name="Träne 16"/>
            <p:cNvSpPr/>
            <p:nvPr userDrawn="1"/>
          </p:nvSpPr>
          <p:spPr bwMode="gray">
            <a:xfrm rot="5400000">
              <a:off x="9053134" y="3052600"/>
              <a:ext cx="1080000" cy="1079826"/>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8" name="Ecken des Rechtecks auf der gleichen Seite abrunden 17"/>
            <p:cNvSpPr/>
            <p:nvPr userDrawn="1"/>
          </p:nvSpPr>
          <p:spPr bwMode="gray">
            <a:xfrm rot="5400000">
              <a:off x="9593047" y="2512513"/>
              <a:ext cx="2160000" cy="1080000"/>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0" name="Freihandform 19"/>
            <p:cNvSpPr/>
            <p:nvPr userDrawn="1"/>
          </p:nvSpPr>
          <p:spPr bwMode="gray">
            <a:xfrm rot="10800000">
              <a:off x="11124613" y="3052513"/>
              <a:ext cx="1080003" cy="2160006"/>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grpSp>
      <p:sp>
        <p:nvSpPr>
          <p:cNvPr id="8" name="Textfeld 7"/>
          <p:cNvSpPr txBox="1"/>
          <p:nvPr userDrawn="1"/>
        </p:nvSpPr>
        <p:spPr bwMode="gray">
          <a:xfrm>
            <a:off x="3554731" y="761238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2" name="Textplatzhalter 5"/>
          <p:cNvSpPr>
            <a:spLocks noGrp="1"/>
          </p:cNvSpPr>
          <p:nvPr>
            <p:ph type="body" sz="quarter" idx="14" hasCustomPrompt="1"/>
          </p:nvPr>
        </p:nvSpPr>
        <p:spPr bwMode="gray">
          <a:xfrm>
            <a:off x="540535" y="6245042"/>
            <a:ext cx="6519175" cy="179572"/>
          </a:xfrm>
        </p:spPr>
        <p:txBody>
          <a:bodyPr anchor="b"/>
          <a:lstStyle>
            <a:lvl1pPr marL="0" indent="0">
              <a:lnSpc>
                <a:spcPct val="90000"/>
              </a:lnSpc>
              <a:buNone/>
              <a:defRPr sz="1100"/>
            </a:lvl1pPr>
          </a:lstStyle>
          <a:p>
            <a:pPr lvl="0"/>
            <a:r>
              <a:rPr lang="de-DE" dirty="0"/>
              <a:t>Optionaler Text</a:t>
            </a:r>
          </a:p>
        </p:txBody>
      </p:sp>
      <p:cxnSp>
        <p:nvCxnSpPr>
          <p:cNvPr id="7" name="Straight Connector 8"/>
          <p:cNvCxnSpPr/>
          <p:nvPr userDrawn="1"/>
        </p:nvCxnSpPr>
        <p:spPr bwMode="gray">
          <a:xfrm>
            <a:off x="540000" y="5250573"/>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387" y="254416"/>
            <a:ext cx="2743200" cy="71868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 Titel ohne Bild">
    <p:spTree>
      <p:nvGrpSpPr>
        <p:cNvPr id="1" name=""/>
        <p:cNvGrpSpPr/>
        <p:nvPr/>
      </p:nvGrpSpPr>
      <p:grpSpPr>
        <a:xfrm>
          <a:off x="0" y="0"/>
          <a:ext cx="0" cy="0"/>
          <a:chOff x="0" y="0"/>
          <a:chExt cx="0" cy="0"/>
        </a:xfrm>
      </p:grpSpPr>
      <p:sp>
        <p:nvSpPr>
          <p:cNvPr id="3" name="Titel 2"/>
          <p:cNvSpPr>
            <a:spLocks noGrp="1"/>
          </p:cNvSpPr>
          <p:nvPr>
            <p:ph type="title" hasCustomPrompt="1"/>
          </p:nvPr>
        </p:nvSpPr>
        <p:spPr bwMode="gray">
          <a:xfrm>
            <a:off x="540003" y="2069824"/>
            <a:ext cx="5735071" cy="1359176"/>
          </a:xfrm>
        </p:spPr>
        <p:txBody>
          <a:bodyPr/>
          <a:lstStyle>
            <a:lvl1pPr>
              <a:defRPr sz="5400" cap="all" spc="400" baseline="0"/>
            </a:lvl1pPr>
          </a:lstStyle>
          <a:p>
            <a:r>
              <a:rPr lang="de-DE" noProof="0" dirty="0"/>
              <a:t>Titel Ihrer Präsentation</a:t>
            </a:r>
          </a:p>
        </p:txBody>
      </p:sp>
      <p:sp>
        <p:nvSpPr>
          <p:cNvPr id="11" name="Freeform: Shape 8"/>
          <p:cNvSpPr/>
          <p:nvPr userDrawn="1"/>
        </p:nvSpPr>
        <p:spPr bwMode="gray">
          <a:xfrm>
            <a:off x="7932421" y="0"/>
            <a:ext cx="4259579"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2" name="Textplatzhalter 5"/>
          <p:cNvSpPr>
            <a:spLocks noGrp="1"/>
          </p:cNvSpPr>
          <p:nvPr>
            <p:ph type="body" sz="quarter" idx="14" hasCustomPrompt="1"/>
          </p:nvPr>
        </p:nvSpPr>
        <p:spPr bwMode="gray">
          <a:xfrm>
            <a:off x="540535" y="6245042"/>
            <a:ext cx="6519175" cy="179572"/>
          </a:xfrm>
        </p:spPr>
        <p:txBody>
          <a:bodyPr anchor="b"/>
          <a:lstStyle>
            <a:lvl1pPr marL="0" indent="0">
              <a:lnSpc>
                <a:spcPct val="90000"/>
              </a:lnSpc>
              <a:buNone/>
              <a:defRPr sz="1100"/>
            </a:lvl1pPr>
          </a:lstStyle>
          <a:p>
            <a:pPr lvl="0"/>
            <a:r>
              <a:rPr lang="de-DE" dirty="0"/>
              <a:t>Optionaler Text</a:t>
            </a:r>
          </a:p>
        </p:txBody>
      </p:sp>
      <p:grpSp>
        <p:nvGrpSpPr>
          <p:cNvPr id="17" name="Gruppieren 16"/>
          <p:cNvGrpSpPr/>
          <p:nvPr userDrawn="1"/>
        </p:nvGrpSpPr>
        <p:grpSpPr>
          <a:xfrm>
            <a:off x="8589755" y="3294570"/>
            <a:ext cx="4177596" cy="3174456"/>
            <a:chOff x="8860223" y="3611128"/>
            <a:chExt cx="3866783" cy="2938277"/>
          </a:xfrm>
        </p:grpSpPr>
        <p:sp>
          <p:nvSpPr>
            <p:cNvPr id="8" name="Abgerundetes Rechteck 7"/>
            <p:cNvSpPr/>
            <p:nvPr userDrawn="1"/>
          </p:nvSpPr>
          <p:spPr bwMode="gray">
            <a:xfrm rot="10800000">
              <a:off x="8860223" y="5748716"/>
              <a:ext cx="2537455" cy="800688"/>
            </a:xfrm>
            <a:prstGeom prst="roundRect">
              <a:avLst>
                <a:gd name="adj" fmla="val 50000"/>
              </a:avLst>
            </a:prstGeom>
            <a:solidFill>
              <a:schemeClr val="accent1">
                <a:lumMod val="60000"/>
                <a:lumOff val="40000"/>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Träne 8"/>
            <p:cNvSpPr/>
            <p:nvPr userDrawn="1"/>
          </p:nvSpPr>
          <p:spPr bwMode="gray">
            <a:xfrm rot="5400000">
              <a:off x="9799540" y="4948089"/>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0" name="Ecken des Rechtecks auf der gleichen Seite abrunden 9"/>
            <p:cNvSpPr/>
            <p:nvPr userDrawn="1"/>
          </p:nvSpPr>
          <p:spPr bwMode="gray">
            <a:xfrm rot="5400000">
              <a:off x="10199822" y="4547678"/>
              <a:ext cx="1601386" cy="800693"/>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Freihandform 12"/>
            <p:cNvSpPr/>
            <p:nvPr userDrawn="1"/>
          </p:nvSpPr>
          <p:spPr bwMode="gray">
            <a:xfrm rot="10800000">
              <a:off x="11403920" y="3611128"/>
              <a:ext cx="800695" cy="1601391"/>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16" name="Träne 15"/>
            <p:cNvSpPr/>
            <p:nvPr userDrawn="1"/>
          </p:nvSpPr>
          <p:spPr bwMode="gray">
            <a:xfrm rot="16200000">
              <a:off x="11403815" y="5226215"/>
              <a:ext cx="1323297" cy="132308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pic>
        <p:nvPicPr>
          <p:cNvPr id="12" name="Grafik 11"/>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cxnSp>
        <p:nvCxnSpPr>
          <p:cNvPr id="6" name="Straight Connector 8"/>
          <p:cNvCxnSpPr/>
          <p:nvPr userDrawn="1"/>
        </p:nvCxnSpPr>
        <p:spPr bwMode="gray">
          <a:xfrm>
            <a:off x="540000" y="4440992"/>
            <a:ext cx="144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platzhalter 5"/>
          <p:cNvSpPr>
            <a:spLocks noGrp="1"/>
          </p:cNvSpPr>
          <p:nvPr>
            <p:ph type="body" sz="quarter" idx="15" hasCustomPrompt="1"/>
          </p:nvPr>
        </p:nvSpPr>
        <p:spPr bwMode="gray">
          <a:xfrm>
            <a:off x="538163" y="3684083"/>
            <a:ext cx="5735071" cy="179573"/>
          </a:xfrm>
        </p:spPr>
        <p:txBody>
          <a:bodyPr/>
          <a:lstStyle>
            <a:lvl1pPr marL="0" indent="0">
              <a:lnSpc>
                <a:spcPct val="90000"/>
              </a:lnSpc>
              <a:buNone/>
              <a:defRPr/>
            </a:lvl1pPr>
          </a:lstStyle>
          <a:p>
            <a:pPr lvl="0"/>
            <a:r>
              <a:rPr lang="de-DE" dirty="0"/>
              <a:t>Zweite Headline</a:t>
            </a:r>
          </a:p>
        </p:txBody>
      </p:sp>
      <p:sp>
        <p:nvSpPr>
          <p:cNvPr id="15" name="Textplatzhalter 5"/>
          <p:cNvSpPr>
            <a:spLocks noGrp="1"/>
          </p:cNvSpPr>
          <p:nvPr>
            <p:ph type="body" sz="quarter" idx="16" hasCustomPrompt="1"/>
          </p:nvPr>
        </p:nvSpPr>
        <p:spPr bwMode="gray">
          <a:xfrm>
            <a:off x="538163" y="4037359"/>
            <a:ext cx="5735071" cy="179573"/>
          </a:xfrm>
        </p:spPr>
        <p:txBody>
          <a:bodyPr/>
          <a:lstStyle>
            <a:lvl1pPr marL="0" indent="0">
              <a:lnSpc>
                <a:spcPct val="90000"/>
              </a:lnSpc>
              <a:buNone/>
              <a:defRPr/>
            </a:lvl1pPr>
          </a:lstStyle>
          <a:p>
            <a:pPr lvl="0"/>
            <a:r>
              <a:rPr lang="de-DE" dirty="0"/>
              <a:t>Optionaler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 Titel ohne Bild">
    <p:spTree>
      <p:nvGrpSpPr>
        <p:cNvPr id="1" name=""/>
        <p:cNvGrpSpPr/>
        <p:nvPr/>
      </p:nvGrpSpPr>
      <p:grpSpPr>
        <a:xfrm>
          <a:off x="0" y="0"/>
          <a:ext cx="0" cy="0"/>
          <a:chOff x="0" y="0"/>
          <a:chExt cx="0" cy="0"/>
        </a:xfrm>
      </p:grpSpPr>
      <p:grpSp>
        <p:nvGrpSpPr>
          <p:cNvPr id="7" name="Gruppieren 6"/>
          <p:cNvGrpSpPr/>
          <p:nvPr userDrawn="1"/>
        </p:nvGrpSpPr>
        <p:grpSpPr>
          <a:xfrm>
            <a:off x="7806691" y="3250157"/>
            <a:ext cx="4960660" cy="3174456"/>
            <a:chOff x="8135419" y="3611128"/>
            <a:chExt cx="4591587" cy="2938277"/>
          </a:xfrm>
        </p:grpSpPr>
        <p:sp>
          <p:nvSpPr>
            <p:cNvPr id="8" name="Abgerundetes Rechteck 7"/>
            <p:cNvSpPr/>
            <p:nvPr userDrawn="1"/>
          </p:nvSpPr>
          <p:spPr bwMode="gray">
            <a:xfrm rot="10800000">
              <a:off x="8135419" y="5748716"/>
              <a:ext cx="3262258" cy="80068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Träne 8"/>
            <p:cNvSpPr/>
            <p:nvPr userDrawn="1"/>
          </p:nvSpPr>
          <p:spPr bwMode="gray">
            <a:xfrm rot="5400000">
              <a:off x="9799540" y="4948089"/>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0" name="Ecken des Rechtecks auf der gleichen Seite abrunden 9"/>
            <p:cNvSpPr/>
            <p:nvPr userDrawn="1"/>
          </p:nvSpPr>
          <p:spPr bwMode="gray">
            <a:xfrm rot="5400000">
              <a:off x="10199822" y="4547678"/>
              <a:ext cx="1601386" cy="800693"/>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4" name="Freihandform 13"/>
            <p:cNvSpPr/>
            <p:nvPr userDrawn="1"/>
          </p:nvSpPr>
          <p:spPr bwMode="gray">
            <a:xfrm rot="10800000">
              <a:off x="11403920" y="3611128"/>
              <a:ext cx="800695" cy="1601391"/>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15" name="Träne 14"/>
            <p:cNvSpPr/>
            <p:nvPr userDrawn="1"/>
          </p:nvSpPr>
          <p:spPr bwMode="gray">
            <a:xfrm rot="16200000">
              <a:off x="11403815" y="5226215"/>
              <a:ext cx="1323297" cy="132308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pic>
        <p:nvPicPr>
          <p:cNvPr id="18" name="Grafik 1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088551" y="254658"/>
            <a:ext cx="2743200" cy="718681"/>
          </a:xfrm>
          <a:prstGeom prst="rect">
            <a:avLst/>
          </a:prstGeom>
        </p:spPr>
      </p:pic>
      <p:sp>
        <p:nvSpPr>
          <p:cNvPr id="16" name="Titel 2"/>
          <p:cNvSpPr>
            <a:spLocks noGrp="1"/>
          </p:cNvSpPr>
          <p:nvPr>
            <p:ph type="title" hasCustomPrompt="1"/>
          </p:nvPr>
        </p:nvSpPr>
        <p:spPr bwMode="gray">
          <a:xfrm>
            <a:off x="540003" y="2069824"/>
            <a:ext cx="5735071" cy="1359176"/>
          </a:xfrm>
        </p:spPr>
        <p:txBody>
          <a:bodyPr/>
          <a:lstStyle>
            <a:lvl1pPr>
              <a:defRPr sz="5400" cap="all" spc="400" baseline="0"/>
            </a:lvl1pPr>
          </a:lstStyle>
          <a:p>
            <a:r>
              <a:rPr lang="de-DE" noProof="0" dirty="0"/>
              <a:t>Titel Ihrer Präsentation</a:t>
            </a:r>
          </a:p>
        </p:txBody>
      </p:sp>
      <p:cxnSp>
        <p:nvCxnSpPr>
          <p:cNvPr id="17" name="Straight Connector 8"/>
          <p:cNvCxnSpPr/>
          <p:nvPr userDrawn="1"/>
        </p:nvCxnSpPr>
        <p:spPr bwMode="gray">
          <a:xfrm>
            <a:off x="540000" y="4440992"/>
            <a:ext cx="144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platzhalter 5"/>
          <p:cNvSpPr>
            <a:spLocks noGrp="1"/>
          </p:cNvSpPr>
          <p:nvPr>
            <p:ph type="body" sz="quarter" idx="15" hasCustomPrompt="1"/>
          </p:nvPr>
        </p:nvSpPr>
        <p:spPr bwMode="gray">
          <a:xfrm>
            <a:off x="538163" y="3684083"/>
            <a:ext cx="5735071" cy="179573"/>
          </a:xfrm>
        </p:spPr>
        <p:txBody>
          <a:bodyPr/>
          <a:lstStyle>
            <a:lvl1pPr marL="0" indent="0">
              <a:lnSpc>
                <a:spcPct val="90000"/>
              </a:lnSpc>
              <a:buNone/>
              <a:defRPr/>
            </a:lvl1pPr>
          </a:lstStyle>
          <a:p>
            <a:pPr lvl="0"/>
            <a:r>
              <a:rPr lang="de-DE" dirty="0"/>
              <a:t>Zweite Headline</a:t>
            </a:r>
          </a:p>
        </p:txBody>
      </p:sp>
      <p:sp>
        <p:nvSpPr>
          <p:cNvPr id="20" name="Textplatzhalter 5"/>
          <p:cNvSpPr>
            <a:spLocks noGrp="1"/>
          </p:cNvSpPr>
          <p:nvPr>
            <p:ph type="body" sz="quarter" idx="16" hasCustomPrompt="1"/>
          </p:nvPr>
        </p:nvSpPr>
        <p:spPr bwMode="gray">
          <a:xfrm>
            <a:off x="538163" y="4037359"/>
            <a:ext cx="5735071" cy="179573"/>
          </a:xfrm>
        </p:spPr>
        <p:txBody>
          <a:bodyPr/>
          <a:lstStyle>
            <a:lvl1pPr marL="0" indent="0">
              <a:lnSpc>
                <a:spcPct val="90000"/>
              </a:lnSpc>
              <a:buNone/>
              <a:defRPr/>
            </a:lvl1pPr>
          </a:lstStyle>
          <a:p>
            <a:pPr lvl="0"/>
            <a:r>
              <a:rPr lang="de-DE" dirty="0"/>
              <a:t>Optionaler 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 Titel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10" name="Bildplatzhalter 9"/>
          <p:cNvSpPr>
            <a:spLocks noGrp="1" noChangeAspect="1"/>
          </p:cNvSpPr>
          <p:nvPr>
            <p:ph type="pic" sz="quarter" idx="10" hasCustomPrompt="1"/>
          </p:nvPr>
        </p:nvSpPr>
        <p:spPr bwMode="gray">
          <a:xfrm>
            <a:off x="1" y="1244140"/>
            <a:ext cx="11651467" cy="3307824"/>
          </a:xfrm>
          <a:custGeom>
            <a:avLst/>
            <a:gdLst>
              <a:gd name="connsiteX0" fmla="*/ 0 w 11655425"/>
              <a:gd name="connsiteY0" fmla="*/ 0 h 4120164"/>
              <a:gd name="connsiteX1" fmla="*/ 9595343 w 11655425"/>
              <a:gd name="connsiteY1" fmla="*/ 0 h 4120164"/>
              <a:gd name="connsiteX2" fmla="*/ 11655425 w 11655425"/>
              <a:gd name="connsiteY2" fmla="*/ 2060082 h 4120164"/>
              <a:gd name="connsiteX3" fmla="*/ 9595343 w 11655425"/>
              <a:gd name="connsiteY3" fmla="*/ 4120164 h 4120164"/>
              <a:gd name="connsiteX4" fmla="*/ 0 w 11655425"/>
              <a:gd name="connsiteY4" fmla="*/ 4120164 h 4120164"/>
              <a:gd name="connsiteX0-1" fmla="*/ 0 w 11655425"/>
              <a:gd name="connsiteY0-2" fmla="*/ 0 h 4120164"/>
              <a:gd name="connsiteX1-3" fmla="*/ 9595343 w 11655425"/>
              <a:gd name="connsiteY1-4" fmla="*/ 0 h 4120164"/>
              <a:gd name="connsiteX2-5" fmla="*/ 11655425 w 11655425"/>
              <a:gd name="connsiteY2-6" fmla="*/ 2060082 h 4120164"/>
              <a:gd name="connsiteX3-7" fmla="*/ 9595343 w 11655425"/>
              <a:gd name="connsiteY3-8" fmla="*/ 4120164 h 4120164"/>
              <a:gd name="connsiteX4-9" fmla="*/ 0 w 11655425"/>
              <a:gd name="connsiteY4-10" fmla="*/ 4120164 h 4120164"/>
              <a:gd name="connsiteX5" fmla="*/ 0 w 11655425"/>
              <a:gd name="connsiteY5" fmla="*/ 0 h 412016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11655425" h="4120164">
                <a:moveTo>
                  <a:pt x="0" y="0"/>
                </a:moveTo>
                <a:lnTo>
                  <a:pt x="9595343" y="0"/>
                </a:lnTo>
                <a:cubicBezTo>
                  <a:pt x="10733095" y="0"/>
                  <a:pt x="11655425" y="648137"/>
                  <a:pt x="11655425" y="2060082"/>
                </a:cubicBezTo>
                <a:cubicBezTo>
                  <a:pt x="11655425" y="3472027"/>
                  <a:pt x="10733095" y="4120164"/>
                  <a:pt x="9595343" y="4120164"/>
                </a:cubicBezTo>
                <a:lnTo>
                  <a:pt x="0" y="4120164"/>
                </a:lnTo>
                <a:lnTo>
                  <a:pt x="0" y="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Titel 2"/>
          <p:cNvSpPr>
            <a:spLocks noGrp="1"/>
          </p:cNvSpPr>
          <p:nvPr>
            <p:ph type="title" hasCustomPrompt="1"/>
          </p:nvPr>
        </p:nvSpPr>
        <p:spPr bwMode="gray">
          <a:xfrm>
            <a:off x="540000" y="4903319"/>
            <a:ext cx="11112000" cy="540000"/>
          </a:xfrm>
        </p:spPr>
        <p:txBody>
          <a:bodyPr/>
          <a:lstStyle>
            <a:lvl1pPr>
              <a:defRPr sz="4000" cap="all" spc="400" baseline="0">
                <a:solidFill>
                  <a:schemeClr val="bg1"/>
                </a:solidFill>
              </a:defRPr>
            </a:lvl1pPr>
          </a:lstStyle>
          <a:p>
            <a:r>
              <a:rPr lang="de-DE" noProof="0" dirty="0"/>
              <a:t>Titel Ihrer Präsentation</a:t>
            </a:r>
          </a:p>
        </p:txBody>
      </p:sp>
      <p:sp>
        <p:nvSpPr>
          <p:cNvPr id="7" name="Subtitle"/>
          <p:cNvSpPr>
            <a:spLocks noGrp="1"/>
          </p:cNvSpPr>
          <p:nvPr>
            <p:ph type="body" sz="quarter" idx="13" hasCustomPrompt="1"/>
          </p:nvPr>
        </p:nvSpPr>
        <p:spPr bwMode="gray">
          <a:xfrm>
            <a:off x="540000" y="5495200"/>
            <a:ext cx="11112000" cy="360000"/>
          </a:xfrm>
        </p:spPr>
        <p:txBody>
          <a:bodyPr/>
          <a:lstStyle>
            <a:lvl1pPr marL="0" indent="0">
              <a:lnSpc>
                <a:spcPct val="90000"/>
              </a:lnSpc>
              <a:spcAft>
                <a:spcPts val="0"/>
              </a:spcAft>
              <a:buNone/>
              <a:defRPr sz="2200" baseline="0">
                <a:solidFill>
                  <a:schemeClr val="bg1"/>
                </a:solidFill>
              </a:defRPr>
            </a:lvl1pPr>
          </a:lstStyle>
          <a:p>
            <a:pPr lvl="0"/>
            <a:r>
              <a:rPr lang="de-DE" noProof="0" dirty="0"/>
              <a:t>Zweite Headline</a:t>
            </a:r>
          </a:p>
        </p:txBody>
      </p:sp>
      <p:sp>
        <p:nvSpPr>
          <p:cNvPr id="2" name="Textplatzhalter 5"/>
          <p:cNvSpPr>
            <a:spLocks noGrp="1"/>
          </p:cNvSpPr>
          <p:nvPr>
            <p:ph type="body" sz="quarter" idx="14" hasCustomPrompt="1"/>
          </p:nvPr>
        </p:nvSpPr>
        <p:spPr bwMode="gray">
          <a:xfrm>
            <a:off x="540533" y="6220043"/>
            <a:ext cx="11110939" cy="216000"/>
          </a:xfrm>
        </p:spPr>
        <p:txBody>
          <a:bodyPr anchor="b"/>
          <a:lstStyle>
            <a:lvl1pPr marL="0" indent="0">
              <a:lnSpc>
                <a:spcPct val="90000"/>
              </a:lnSpc>
              <a:buNone/>
              <a:defRPr sz="1100">
                <a:solidFill>
                  <a:schemeClr val="bg1"/>
                </a:solidFill>
              </a:defRPr>
            </a:lvl1pPr>
          </a:lstStyle>
          <a:p>
            <a:pPr lvl="0"/>
            <a:r>
              <a:rPr lang="de-DE" dirty="0"/>
              <a:t>Optionaler Text</a:t>
            </a:r>
          </a:p>
        </p:txBody>
      </p:sp>
      <p:cxnSp>
        <p:nvCxnSpPr>
          <p:cNvPr id="4" name="Straight Connector 8"/>
          <p:cNvCxnSpPr/>
          <p:nvPr userDrawn="1"/>
        </p:nvCxnSpPr>
        <p:spPr bwMode="gray">
          <a:xfrm>
            <a:off x="540000" y="6026253"/>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Grafik 8"/>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76248" y="26181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 Titel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10" name="Bildplatzhalter 9"/>
          <p:cNvSpPr>
            <a:spLocks noGrp="1" noChangeAspect="1"/>
          </p:cNvSpPr>
          <p:nvPr>
            <p:ph type="pic" sz="quarter" idx="10" hasCustomPrompt="1"/>
          </p:nvPr>
        </p:nvSpPr>
        <p:spPr bwMode="gray">
          <a:xfrm>
            <a:off x="5" y="0"/>
            <a:ext cx="12191999" cy="4336928"/>
          </a:xfrm>
          <a:prstGeom prst="rect">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Titel 2"/>
          <p:cNvSpPr>
            <a:spLocks noGrp="1"/>
          </p:cNvSpPr>
          <p:nvPr>
            <p:ph type="title" hasCustomPrompt="1"/>
          </p:nvPr>
        </p:nvSpPr>
        <p:spPr bwMode="gray">
          <a:xfrm>
            <a:off x="540000" y="4903319"/>
            <a:ext cx="11112000" cy="540000"/>
          </a:xfrm>
        </p:spPr>
        <p:txBody>
          <a:bodyPr/>
          <a:lstStyle>
            <a:lvl1pPr>
              <a:defRPr sz="4000" cap="all" spc="400" baseline="0">
                <a:solidFill>
                  <a:schemeClr val="bg1"/>
                </a:solidFill>
              </a:defRPr>
            </a:lvl1pPr>
          </a:lstStyle>
          <a:p>
            <a:r>
              <a:rPr lang="de-DE" noProof="0" dirty="0"/>
              <a:t>Titel Ihrer Präsentation</a:t>
            </a:r>
          </a:p>
        </p:txBody>
      </p:sp>
      <p:sp>
        <p:nvSpPr>
          <p:cNvPr id="7" name="Subtitle"/>
          <p:cNvSpPr>
            <a:spLocks noGrp="1"/>
          </p:cNvSpPr>
          <p:nvPr>
            <p:ph type="body" sz="quarter" idx="13" hasCustomPrompt="1"/>
          </p:nvPr>
        </p:nvSpPr>
        <p:spPr bwMode="gray">
          <a:xfrm>
            <a:off x="540000" y="5495200"/>
            <a:ext cx="11112000" cy="360000"/>
          </a:xfrm>
        </p:spPr>
        <p:txBody>
          <a:bodyPr/>
          <a:lstStyle>
            <a:lvl1pPr marL="0" indent="0">
              <a:lnSpc>
                <a:spcPct val="90000"/>
              </a:lnSpc>
              <a:spcAft>
                <a:spcPts val="0"/>
              </a:spcAft>
              <a:buNone/>
              <a:defRPr sz="2200" baseline="0">
                <a:solidFill>
                  <a:schemeClr val="bg1"/>
                </a:solidFill>
              </a:defRPr>
            </a:lvl1pPr>
          </a:lstStyle>
          <a:p>
            <a:pPr lvl="0"/>
            <a:r>
              <a:rPr lang="de-DE" noProof="0" dirty="0"/>
              <a:t>Zweite Headline</a:t>
            </a:r>
          </a:p>
        </p:txBody>
      </p:sp>
      <p:sp>
        <p:nvSpPr>
          <p:cNvPr id="2" name="Textplatzhalter 5"/>
          <p:cNvSpPr>
            <a:spLocks noGrp="1"/>
          </p:cNvSpPr>
          <p:nvPr>
            <p:ph type="body" sz="quarter" idx="14" hasCustomPrompt="1"/>
          </p:nvPr>
        </p:nvSpPr>
        <p:spPr bwMode="gray">
          <a:xfrm>
            <a:off x="540533" y="6220043"/>
            <a:ext cx="11110939" cy="216000"/>
          </a:xfrm>
        </p:spPr>
        <p:txBody>
          <a:bodyPr anchor="b"/>
          <a:lstStyle>
            <a:lvl1pPr marL="0" indent="0">
              <a:lnSpc>
                <a:spcPct val="90000"/>
              </a:lnSpc>
              <a:buNone/>
              <a:defRPr sz="1100">
                <a:solidFill>
                  <a:schemeClr val="bg1"/>
                </a:solidFill>
              </a:defRPr>
            </a:lvl1pPr>
          </a:lstStyle>
          <a:p>
            <a:pPr lvl="0"/>
            <a:r>
              <a:rPr lang="de-DE" dirty="0"/>
              <a:t>Optionaler Text</a:t>
            </a:r>
          </a:p>
        </p:txBody>
      </p:sp>
      <p:cxnSp>
        <p:nvCxnSpPr>
          <p:cNvPr id="8" name="Straight Connector 8"/>
          <p:cNvCxnSpPr/>
          <p:nvPr userDrawn="1"/>
        </p:nvCxnSpPr>
        <p:spPr bwMode="gray">
          <a:xfrm>
            <a:off x="540000" y="6026253"/>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Gruppieren 8"/>
          <p:cNvGrpSpPr>
            <a:grpSpLocks noChangeAspect="1"/>
          </p:cNvGrpSpPr>
          <p:nvPr userDrawn="1"/>
        </p:nvGrpSpPr>
        <p:grpSpPr>
          <a:xfrm>
            <a:off x="8765381" y="1720044"/>
            <a:ext cx="3426623" cy="2402084"/>
            <a:chOff x="7582680" y="1972513"/>
            <a:chExt cx="4621936" cy="3240006"/>
          </a:xfrm>
        </p:grpSpPr>
        <p:sp>
          <p:nvSpPr>
            <p:cNvPr id="12" name="Abgerundetes Rechteck 11"/>
            <p:cNvSpPr/>
            <p:nvPr userDrawn="1"/>
          </p:nvSpPr>
          <p:spPr bwMode="gray">
            <a:xfrm rot="10800000">
              <a:off x="7582680" y="4132515"/>
              <a:ext cx="3630368" cy="1079993"/>
            </a:xfrm>
            <a:prstGeom prst="roundRect">
              <a:avLst>
                <a:gd name="adj" fmla="val 50000"/>
              </a:avLst>
            </a:prstGeom>
            <a:solidFill>
              <a:schemeClr val="accent1">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Träne 12"/>
            <p:cNvSpPr/>
            <p:nvPr userDrawn="1"/>
          </p:nvSpPr>
          <p:spPr bwMode="gray">
            <a:xfrm rot="5400000">
              <a:off x="9053134" y="3052600"/>
              <a:ext cx="1080000" cy="1079826"/>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4" name="Ecken des Rechtecks auf der gleichen Seite abrunden 13"/>
            <p:cNvSpPr/>
            <p:nvPr userDrawn="1"/>
          </p:nvSpPr>
          <p:spPr bwMode="gray">
            <a:xfrm rot="5400000">
              <a:off x="9593047" y="2512513"/>
              <a:ext cx="2160000" cy="1080000"/>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5" name="Freihandform 14"/>
            <p:cNvSpPr/>
            <p:nvPr userDrawn="1"/>
          </p:nvSpPr>
          <p:spPr bwMode="gray">
            <a:xfrm rot="10800000">
              <a:off x="11124613" y="3052513"/>
              <a:ext cx="1080003" cy="2160006"/>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grpSp>
      <p:pic>
        <p:nvPicPr>
          <p:cNvPr id="17" name="Grafik 16"/>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381155" y="253114"/>
            <a:ext cx="2743200" cy="7186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C Titel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5" name="Titel 2"/>
          <p:cNvSpPr>
            <a:spLocks noGrp="1"/>
          </p:cNvSpPr>
          <p:nvPr>
            <p:ph type="title" hasCustomPrompt="1"/>
          </p:nvPr>
        </p:nvSpPr>
        <p:spPr bwMode="gray">
          <a:xfrm>
            <a:off x="540001" y="2704992"/>
            <a:ext cx="6567811" cy="1672597"/>
          </a:xfrm>
        </p:spPr>
        <p:txBody>
          <a:bodyPr anchor="ctr"/>
          <a:lstStyle>
            <a:lvl1pPr>
              <a:defRPr sz="5400" cap="all" spc="400" baseline="0">
                <a:solidFill>
                  <a:schemeClr val="bg1"/>
                </a:solidFill>
              </a:defRPr>
            </a:lvl1pPr>
          </a:lstStyle>
          <a:p>
            <a:r>
              <a:rPr lang="de-DE" noProof="0" dirty="0"/>
              <a:t>Titel Ihrer Präsentation</a:t>
            </a:r>
          </a:p>
        </p:txBody>
      </p:sp>
      <p:sp>
        <p:nvSpPr>
          <p:cNvPr id="15" name="Textfeld 14"/>
          <p:cNvSpPr txBox="1"/>
          <p:nvPr userDrawn="1"/>
        </p:nvSpPr>
        <p:spPr bwMode="gray">
          <a:xfrm>
            <a:off x="-952107" y="342193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17" name="Textfeld 16"/>
          <p:cNvSpPr txBox="1"/>
          <p:nvPr userDrawn="1"/>
        </p:nvSpPr>
        <p:spPr bwMode="gray">
          <a:xfrm>
            <a:off x="3026004" y="-70701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grpSp>
        <p:nvGrpSpPr>
          <p:cNvPr id="21" name="Gruppieren 20"/>
          <p:cNvGrpSpPr/>
          <p:nvPr userDrawn="1"/>
        </p:nvGrpSpPr>
        <p:grpSpPr>
          <a:xfrm>
            <a:off x="-1590" y="-5"/>
            <a:ext cx="2984900" cy="1979629"/>
            <a:chOff x="-1590" y="-5"/>
            <a:chExt cx="2984900" cy="1979629"/>
          </a:xfrm>
        </p:grpSpPr>
        <p:sp>
          <p:nvSpPr>
            <p:cNvPr id="20" name="Rechteck 19"/>
            <p:cNvSpPr/>
            <p:nvPr userDrawn="1"/>
          </p:nvSpPr>
          <p:spPr bwMode="gray">
            <a:xfrm rot="10800000">
              <a:off x="961532" y="-3"/>
              <a:ext cx="1508289" cy="10047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8" name="Träne 17"/>
            <p:cNvSpPr/>
            <p:nvPr userDrawn="1"/>
          </p:nvSpPr>
          <p:spPr bwMode="gray">
            <a:xfrm rot="10800000">
              <a:off x="1978410" y="-2"/>
              <a:ext cx="1004900" cy="1004738"/>
            </a:xfrm>
            <a:prstGeom prst="teardrop">
              <a:avLst>
                <a:gd name="adj" fmla="val 9939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9" name="Oval 18"/>
            <p:cNvSpPr/>
            <p:nvPr userDrawn="1"/>
          </p:nvSpPr>
          <p:spPr bwMode="gray">
            <a:xfrm rot="10800000">
              <a:off x="-1590" y="-5"/>
              <a:ext cx="1980000" cy="197962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sp>
        <p:nvSpPr>
          <p:cNvPr id="22" name="Ecken des Rechtecks auf der gleichen Seite abrunden 21"/>
          <p:cNvSpPr/>
          <p:nvPr userDrawn="1"/>
        </p:nvSpPr>
        <p:spPr bwMode="gray">
          <a:xfrm rot="5400000">
            <a:off x="5915334" y="507081"/>
            <a:ext cx="1963393" cy="981697"/>
          </a:xfrm>
          <a:prstGeom prst="round2SameRect">
            <a:avLst>
              <a:gd name="adj1" fmla="val 50000"/>
              <a:gd name="adj2"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3" name="Freihandform 22"/>
          <p:cNvSpPr/>
          <p:nvPr userDrawn="1"/>
        </p:nvSpPr>
        <p:spPr bwMode="gray">
          <a:xfrm rot="10800000">
            <a:off x="5924928" y="999987"/>
            <a:ext cx="489821" cy="979643"/>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24" name="Abgerundetes Rechteck 23"/>
          <p:cNvSpPr/>
          <p:nvPr userDrawn="1"/>
        </p:nvSpPr>
        <p:spPr bwMode="gray">
          <a:xfrm rot="10800000">
            <a:off x="7387875" y="999985"/>
            <a:ext cx="3123012" cy="979643"/>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5" name="Freihandform 24"/>
          <p:cNvSpPr/>
          <p:nvPr userDrawn="1"/>
        </p:nvSpPr>
        <p:spPr bwMode="gray">
          <a:xfrm rot="5400000">
            <a:off x="8032720" y="-496084"/>
            <a:ext cx="1012131" cy="1980000"/>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26" name="Ecken des Rechtecks auf der gleichen Seite abrunden 25"/>
          <p:cNvSpPr/>
          <p:nvPr userDrawn="1"/>
        </p:nvSpPr>
        <p:spPr bwMode="gray">
          <a:xfrm rot="10800000">
            <a:off x="9529189" y="-12151"/>
            <a:ext cx="3678099" cy="1011681"/>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nvGrpSpPr>
          <p:cNvPr id="27" name="Gruppieren 26"/>
          <p:cNvGrpSpPr/>
          <p:nvPr userDrawn="1"/>
        </p:nvGrpSpPr>
        <p:grpSpPr>
          <a:xfrm flipH="1">
            <a:off x="9205511" y="1991779"/>
            <a:ext cx="2984900" cy="1979629"/>
            <a:chOff x="-1590" y="-5"/>
            <a:chExt cx="2984900" cy="1979629"/>
          </a:xfrm>
        </p:grpSpPr>
        <p:sp>
          <p:nvSpPr>
            <p:cNvPr id="28" name="Rechteck 27"/>
            <p:cNvSpPr/>
            <p:nvPr userDrawn="1"/>
          </p:nvSpPr>
          <p:spPr bwMode="gray">
            <a:xfrm rot="10800000">
              <a:off x="961532" y="-3"/>
              <a:ext cx="1508289" cy="100473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29" name="Träne 28"/>
            <p:cNvSpPr/>
            <p:nvPr userDrawn="1"/>
          </p:nvSpPr>
          <p:spPr bwMode="gray">
            <a:xfrm rot="10800000">
              <a:off x="1978410" y="-2"/>
              <a:ext cx="1004900" cy="1004738"/>
            </a:xfrm>
            <a:prstGeom prst="teardrop">
              <a:avLst>
                <a:gd name="adj" fmla="val 9939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30" name="Oval 29"/>
            <p:cNvSpPr/>
            <p:nvPr userDrawn="1"/>
          </p:nvSpPr>
          <p:spPr bwMode="gray">
            <a:xfrm rot="10800000">
              <a:off x="-1590" y="-5"/>
              <a:ext cx="1980000" cy="1979629"/>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sp>
        <p:nvSpPr>
          <p:cNvPr id="33" name="Freihandform 32"/>
          <p:cNvSpPr/>
          <p:nvPr userDrawn="1"/>
        </p:nvSpPr>
        <p:spPr bwMode="gray">
          <a:xfrm>
            <a:off x="5935088" y="4516176"/>
            <a:ext cx="3123013" cy="979644"/>
          </a:xfrm>
          <a:custGeom>
            <a:avLst/>
            <a:gdLst>
              <a:gd name="connsiteX0" fmla="*/ 489823 w 3123013"/>
              <a:gd name="connsiteY0" fmla="*/ 0 h 979644"/>
              <a:gd name="connsiteX1" fmla="*/ 2633191 w 3123013"/>
              <a:gd name="connsiteY1" fmla="*/ 1 h 979644"/>
              <a:gd name="connsiteX2" fmla="*/ 2637576 w 3123013"/>
              <a:gd name="connsiteY2" fmla="*/ 443 h 979644"/>
              <a:gd name="connsiteX3" fmla="*/ 3123013 w 3123013"/>
              <a:gd name="connsiteY3" fmla="*/ 443 h 979644"/>
              <a:gd name="connsiteX4" fmla="*/ 3123013 w 3123013"/>
              <a:gd name="connsiteY4" fmla="*/ 489822 h 979644"/>
              <a:gd name="connsiteX5" fmla="*/ 3123013 w 3123013"/>
              <a:gd name="connsiteY5" fmla="*/ 489823 h 979644"/>
              <a:gd name="connsiteX6" fmla="*/ 3123013 w 3123013"/>
              <a:gd name="connsiteY6" fmla="*/ 490043 h 979644"/>
              <a:gd name="connsiteX7" fmla="*/ 2633413 w 3123013"/>
              <a:gd name="connsiteY7" fmla="*/ 979643 h 979644"/>
              <a:gd name="connsiteX8" fmla="*/ 2633307 w 3123013"/>
              <a:gd name="connsiteY8" fmla="*/ 979633 h 979644"/>
              <a:gd name="connsiteX9" fmla="*/ 2633191 w 3123013"/>
              <a:gd name="connsiteY9" fmla="*/ 979644 h 979644"/>
              <a:gd name="connsiteX10" fmla="*/ 489822 w 3123013"/>
              <a:gd name="connsiteY10" fmla="*/ 979644 h 979644"/>
              <a:gd name="connsiteX11" fmla="*/ 0 w 3123013"/>
              <a:gd name="connsiteY11" fmla="*/ 489822 h 979644"/>
              <a:gd name="connsiteX12" fmla="*/ 1 w 3123013"/>
              <a:gd name="connsiteY12" fmla="*/ 489822 h 979644"/>
              <a:gd name="connsiteX13" fmla="*/ 489823 w 3123013"/>
              <a:gd name="connsiteY13" fmla="*/ 0 h 979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23013" h="979644">
                <a:moveTo>
                  <a:pt x="489823" y="0"/>
                </a:moveTo>
                <a:lnTo>
                  <a:pt x="2633191" y="1"/>
                </a:lnTo>
                <a:lnTo>
                  <a:pt x="2637576" y="443"/>
                </a:lnTo>
                <a:lnTo>
                  <a:pt x="3123013" y="443"/>
                </a:lnTo>
                <a:lnTo>
                  <a:pt x="3123013" y="489822"/>
                </a:lnTo>
                <a:lnTo>
                  <a:pt x="3123013" y="489823"/>
                </a:lnTo>
                <a:lnTo>
                  <a:pt x="3123013" y="490043"/>
                </a:lnTo>
                <a:cubicBezTo>
                  <a:pt x="3123013" y="760442"/>
                  <a:pt x="2903812" y="979643"/>
                  <a:pt x="2633413" y="979643"/>
                </a:cubicBezTo>
                <a:lnTo>
                  <a:pt x="2633307" y="979633"/>
                </a:lnTo>
                <a:lnTo>
                  <a:pt x="2633191" y="979644"/>
                </a:lnTo>
                <a:lnTo>
                  <a:pt x="489822" y="979644"/>
                </a:lnTo>
                <a:cubicBezTo>
                  <a:pt x="219301" y="979644"/>
                  <a:pt x="0" y="760343"/>
                  <a:pt x="0" y="489822"/>
                </a:cubicBezTo>
                <a:lnTo>
                  <a:pt x="1" y="489822"/>
                </a:lnTo>
                <a:cubicBezTo>
                  <a:pt x="1" y="219301"/>
                  <a:pt x="219302" y="0"/>
                  <a:pt x="489823"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34" name="Ecken des Rechtecks auf der gleichen Seite abrunden 33"/>
          <p:cNvSpPr/>
          <p:nvPr userDrawn="1"/>
        </p:nvSpPr>
        <p:spPr bwMode="gray">
          <a:xfrm rot="16200000">
            <a:off x="10350212" y="4662708"/>
            <a:ext cx="2520944" cy="1162639"/>
          </a:xfrm>
          <a:prstGeom prst="round2SameRect">
            <a:avLst>
              <a:gd name="adj1" fmla="val 38265"/>
              <a:gd name="adj2"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35" name="Oval 34"/>
          <p:cNvSpPr/>
          <p:nvPr userDrawn="1"/>
        </p:nvSpPr>
        <p:spPr bwMode="gray">
          <a:xfrm rot="10800000" flipH="1">
            <a:off x="9058729" y="3596891"/>
            <a:ext cx="1980000" cy="197962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sp>
        <p:nvSpPr>
          <p:cNvPr id="13"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4" name="Textplatzhalter 3"/>
          <p:cNvSpPr>
            <a:spLocks noGrp="1"/>
          </p:cNvSpPr>
          <p:nvPr>
            <p:ph type="body" sz="quarter" idx="19" hasCustomPrompt="1"/>
          </p:nvPr>
        </p:nvSpPr>
        <p:spPr bwMode="gray">
          <a:xfrm>
            <a:off x="535375" y="193604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5" name="Textplatzhalter 3"/>
          <p:cNvSpPr>
            <a:spLocks noGrp="1"/>
          </p:cNvSpPr>
          <p:nvPr>
            <p:ph type="body" sz="quarter" idx="20" hasCustomPrompt="1"/>
          </p:nvPr>
        </p:nvSpPr>
        <p:spPr bwMode="gray">
          <a:xfrm>
            <a:off x="535375" y="3278903"/>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11" name="Textplatzhalter 3"/>
          <p:cNvSpPr>
            <a:spLocks noGrp="1"/>
          </p:cNvSpPr>
          <p:nvPr>
            <p:ph type="body" sz="quarter" idx="21" hasCustomPrompt="1"/>
          </p:nvPr>
        </p:nvSpPr>
        <p:spPr bwMode="gray">
          <a:xfrm>
            <a:off x="535375" y="462177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14" name="Textplatzhalter 13"/>
          <p:cNvSpPr>
            <a:spLocks noGrp="1"/>
          </p:cNvSpPr>
          <p:nvPr>
            <p:ph type="body" sz="quarter" idx="22" hasCustomPrompt="1"/>
          </p:nvPr>
        </p:nvSpPr>
        <p:spPr bwMode="gray">
          <a:xfrm rot="5400000">
            <a:off x="1445843" y="232569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5" name="Textplatzhalter 13"/>
          <p:cNvSpPr>
            <a:spLocks noGrp="1"/>
          </p:cNvSpPr>
          <p:nvPr>
            <p:ph type="body" sz="quarter" idx="23" hasCustomPrompt="1"/>
          </p:nvPr>
        </p:nvSpPr>
        <p:spPr bwMode="gray">
          <a:xfrm rot="5400000">
            <a:off x="1445843" y="3668556"/>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6" name="Textplatzhalter 13"/>
          <p:cNvSpPr>
            <a:spLocks noGrp="1"/>
          </p:cNvSpPr>
          <p:nvPr>
            <p:ph type="body" sz="quarter" idx="24" hasCustomPrompt="1"/>
          </p:nvPr>
        </p:nvSpPr>
        <p:spPr bwMode="gray">
          <a:xfrm rot="5400000">
            <a:off x="1445843" y="501142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8" name="Textplatzhalter 17"/>
          <p:cNvSpPr>
            <a:spLocks noGrp="1"/>
          </p:cNvSpPr>
          <p:nvPr>
            <p:ph type="body" sz="quarter" idx="25" hasCustomPrompt="1"/>
          </p:nvPr>
        </p:nvSpPr>
        <p:spPr bwMode="gray">
          <a:xfrm>
            <a:off x="2014275" y="1936404"/>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19" name="Textplatzhalter 17"/>
          <p:cNvSpPr>
            <a:spLocks noGrp="1"/>
          </p:cNvSpPr>
          <p:nvPr>
            <p:ph type="body" sz="quarter" idx="26" hasCustomPrompt="1"/>
          </p:nvPr>
        </p:nvSpPr>
        <p:spPr bwMode="gray">
          <a:xfrm>
            <a:off x="2014275" y="3279829"/>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0" name="Textplatzhalter 17"/>
          <p:cNvSpPr>
            <a:spLocks noGrp="1"/>
          </p:cNvSpPr>
          <p:nvPr>
            <p:ph type="body" sz="quarter" idx="27" hasCustomPrompt="1"/>
          </p:nvPr>
        </p:nvSpPr>
        <p:spPr bwMode="gray">
          <a:xfrm>
            <a:off x="2014275" y="4622697"/>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1" name="Textplatzhalter 3"/>
          <p:cNvSpPr>
            <a:spLocks noGrp="1"/>
          </p:cNvSpPr>
          <p:nvPr>
            <p:ph type="body" sz="quarter" idx="28" hasCustomPrompt="1"/>
          </p:nvPr>
        </p:nvSpPr>
        <p:spPr bwMode="gray">
          <a:xfrm>
            <a:off x="6573101" y="193604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22" name="Textplatzhalter 3"/>
          <p:cNvSpPr>
            <a:spLocks noGrp="1"/>
          </p:cNvSpPr>
          <p:nvPr>
            <p:ph type="body" sz="quarter" idx="29" hasCustomPrompt="1"/>
          </p:nvPr>
        </p:nvSpPr>
        <p:spPr bwMode="gray">
          <a:xfrm>
            <a:off x="6573101" y="3278903"/>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23" name="Textplatzhalter 3"/>
          <p:cNvSpPr>
            <a:spLocks noGrp="1"/>
          </p:cNvSpPr>
          <p:nvPr>
            <p:ph type="body" sz="quarter" idx="30" hasCustomPrompt="1"/>
          </p:nvPr>
        </p:nvSpPr>
        <p:spPr bwMode="gray">
          <a:xfrm>
            <a:off x="6573101" y="4621771"/>
            <a:ext cx="1062039" cy="815313"/>
          </a:xfrm>
        </p:spPr>
        <p:txBody>
          <a:bodyPr bIns="72000" anchor="ctr"/>
          <a:lstStyle>
            <a:lvl1pPr marL="0" indent="0">
              <a:lnSpc>
                <a:spcPct val="90000"/>
              </a:lnSpc>
              <a:spcAft>
                <a:spcPts val="0"/>
              </a:spcAft>
              <a:buNone/>
              <a:defRPr sz="6600" b="1">
                <a:solidFill>
                  <a:schemeClr val="accent1"/>
                </a:solidFill>
              </a:defRPr>
            </a:lvl1pPr>
          </a:lstStyle>
          <a:p>
            <a:pPr lvl="0"/>
            <a:r>
              <a:rPr lang="de-DE" dirty="0"/>
              <a:t>NR</a:t>
            </a:r>
          </a:p>
        </p:txBody>
      </p:sp>
      <p:sp>
        <p:nvSpPr>
          <p:cNvPr id="24" name="Textplatzhalter 13"/>
          <p:cNvSpPr>
            <a:spLocks noGrp="1"/>
          </p:cNvSpPr>
          <p:nvPr>
            <p:ph type="body" sz="quarter" idx="31" hasCustomPrompt="1"/>
          </p:nvPr>
        </p:nvSpPr>
        <p:spPr bwMode="gray">
          <a:xfrm rot="5400000">
            <a:off x="7483568" y="232569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5" name="Textplatzhalter 13"/>
          <p:cNvSpPr>
            <a:spLocks noGrp="1"/>
          </p:cNvSpPr>
          <p:nvPr>
            <p:ph type="body" sz="quarter" idx="32" hasCustomPrompt="1"/>
          </p:nvPr>
        </p:nvSpPr>
        <p:spPr bwMode="gray">
          <a:xfrm rot="5400000">
            <a:off x="7483568" y="3668556"/>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6" name="Textplatzhalter 13"/>
          <p:cNvSpPr>
            <a:spLocks noGrp="1"/>
          </p:cNvSpPr>
          <p:nvPr>
            <p:ph type="body" sz="quarter" idx="33" hasCustomPrompt="1"/>
          </p:nvPr>
        </p:nvSpPr>
        <p:spPr bwMode="gray">
          <a:xfrm rot="5400000">
            <a:off x="7483568" y="5011421"/>
            <a:ext cx="720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7" name="Textplatzhalter 17"/>
          <p:cNvSpPr>
            <a:spLocks noGrp="1"/>
          </p:cNvSpPr>
          <p:nvPr>
            <p:ph type="body" sz="quarter" idx="34" hasCustomPrompt="1"/>
          </p:nvPr>
        </p:nvSpPr>
        <p:spPr bwMode="gray">
          <a:xfrm>
            <a:off x="8052000" y="1936404"/>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8" name="Textplatzhalter 17"/>
          <p:cNvSpPr>
            <a:spLocks noGrp="1"/>
          </p:cNvSpPr>
          <p:nvPr>
            <p:ph type="body" sz="quarter" idx="35" hasCustomPrompt="1"/>
          </p:nvPr>
        </p:nvSpPr>
        <p:spPr bwMode="gray">
          <a:xfrm>
            <a:off x="8052000" y="3279829"/>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9" name="Textplatzhalter 17"/>
          <p:cNvSpPr>
            <a:spLocks noGrp="1"/>
          </p:cNvSpPr>
          <p:nvPr>
            <p:ph type="body" sz="quarter" idx="36" hasCustomPrompt="1"/>
          </p:nvPr>
        </p:nvSpPr>
        <p:spPr bwMode="gray">
          <a:xfrm>
            <a:off x="8052000" y="4622697"/>
            <a:ext cx="3600000" cy="814387"/>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6" name="Titel 5"/>
          <p:cNvSpPr>
            <a:spLocks noGrp="1" noRot="1" noMove="1" noResize="1" noEditPoints="1" noAdjustHandles="1" noChangeArrowheads="1" noChangeShapeType="1"/>
          </p:cNvSpPr>
          <p:nvPr>
            <p:ph type="title" hasCustomPrompt="1"/>
          </p:nvPr>
        </p:nvSpPr>
        <p:spPr bwMode="gray"/>
        <p:txBody>
          <a:bodyPr/>
          <a:lstStyle/>
          <a:p>
            <a:r>
              <a:rPr lang="de-DE" dirty="0"/>
              <a:t>Mastertitelformat bearbeiten</a:t>
            </a:r>
          </a:p>
        </p:txBody>
      </p:sp>
      <p:sp>
        <p:nvSpPr>
          <p:cNvPr id="2" name="Textfeld 1"/>
          <p:cNvSpPr txBox="1"/>
          <p:nvPr userDrawn="1"/>
        </p:nvSpPr>
        <p:spPr bwMode="gray">
          <a:xfrm>
            <a:off x="2555913" y="969484"/>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dirty="0" err="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Agenda 10">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4" name="Textplatzhalter 3"/>
          <p:cNvSpPr>
            <a:spLocks noGrp="1"/>
          </p:cNvSpPr>
          <p:nvPr>
            <p:ph type="body" sz="quarter" idx="19" hasCustomPrompt="1"/>
          </p:nvPr>
        </p:nvSpPr>
        <p:spPr bwMode="gray">
          <a:xfrm>
            <a:off x="540003" y="1640889"/>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5" name="Textplatzhalter 3"/>
          <p:cNvSpPr>
            <a:spLocks noGrp="1"/>
          </p:cNvSpPr>
          <p:nvPr>
            <p:ph type="body" sz="quarter" idx="20" hasCustomPrompt="1"/>
          </p:nvPr>
        </p:nvSpPr>
        <p:spPr bwMode="gray">
          <a:xfrm>
            <a:off x="540003" y="2566283"/>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11" name="Textplatzhalter 3"/>
          <p:cNvSpPr>
            <a:spLocks noGrp="1"/>
          </p:cNvSpPr>
          <p:nvPr>
            <p:ph type="body" sz="quarter" idx="21" hasCustomPrompt="1"/>
          </p:nvPr>
        </p:nvSpPr>
        <p:spPr bwMode="gray">
          <a:xfrm>
            <a:off x="540003" y="3491677"/>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14" name="Textplatzhalter 13"/>
          <p:cNvSpPr>
            <a:spLocks noGrp="1"/>
          </p:cNvSpPr>
          <p:nvPr>
            <p:ph type="body" sz="quarter" idx="22" hasCustomPrompt="1"/>
          </p:nvPr>
        </p:nvSpPr>
        <p:spPr bwMode="gray">
          <a:xfrm rot="5400000">
            <a:off x="1281191" y="1983299"/>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5" name="Textplatzhalter 13"/>
          <p:cNvSpPr>
            <a:spLocks noGrp="1"/>
          </p:cNvSpPr>
          <p:nvPr>
            <p:ph type="body" sz="quarter" idx="23" hasCustomPrompt="1"/>
          </p:nvPr>
        </p:nvSpPr>
        <p:spPr bwMode="gray">
          <a:xfrm rot="5400000">
            <a:off x="1281191" y="2908707"/>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6" name="Textplatzhalter 13"/>
          <p:cNvSpPr>
            <a:spLocks noGrp="1"/>
          </p:cNvSpPr>
          <p:nvPr>
            <p:ph type="body" sz="quarter" idx="24" hasCustomPrompt="1"/>
          </p:nvPr>
        </p:nvSpPr>
        <p:spPr bwMode="gray">
          <a:xfrm rot="5400000">
            <a:off x="1281191" y="3834115"/>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8" name="Textplatzhalter 17"/>
          <p:cNvSpPr>
            <a:spLocks noGrp="1"/>
          </p:cNvSpPr>
          <p:nvPr>
            <p:ph type="body" sz="quarter" idx="25" hasCustomPrompt="1"/>
          </p:nvPr>
        </p:nvSpPr>
        <p:spPr bwMode="gray">
          <a:xfrm>
            <a:off x="1813623" y="1641305"/>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19" name="Textplatzhalter 17"/>
          <p:cNvSpPr>
            <a:spLocks noGrp="1"/>
          </p:cNvSpPr>
          <p:nvPr>
            <p:ph type="body" sz="quarter" idx="26" hasCustomPrompt="1"/>
          </p:nvPr>
        </p:nvSpPr>
        <p:spPr bwMode="gray">
          <a:xfrm>
            <a:off x="1813623" y="2566792"/>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0" name="Textplatzhalter 17"/>
          <p:cNvSpPr>
            <a:spLocks noGrp="1"/>
          </p:cNvSpPr>
          <p:nvPr>
            <p:ph type="body" sz="quarter" idx="27" hasCustomPrompt="1"/>
          </p:nvPr>
        </p:nvSpPr>
        <p:spPr bwMode="gray">
          <a:xfrm>
            <a:off x="1813623" y="3492324"/>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1" name="Textplatzhalter 3"/>
          <p:cNvSpPr>
            <a:spLocks noGrp="1"/>
          </p:cNvSpPr>
          <p:nvPr>
            <p:ph type="body" sz="quarter" idx="28" hasCustomPrompt="1"/>
          </p:nvPr>
        </p:nvSpPr>
        <p:spPr bwMode="gray">
          <a:xfrm>
            <a:off x="6703733" y="1640889"/>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22" name="Textplatzhalter 3"/>
          <p:cNvSpPr>
            <a:spLocks noGrp="1"/>
          </p:cNvSpPr>
          <p:nvPr>
            <p:ph type="body" sz="quarter" idx="29" hasCustomPrompt="1"/>
          </p:nvPr>
        </p:nvSpPr>
        <p:spPr bwMode="gray">
          <a:xfrm>
            <a:off x="6703733" y="2566297"/>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23" name="Textplatzhalter 3"/>
          <p:cNvSpPr>
            <a:spLocks noGrp="1"/>
          </p:cNvSpPr>
          <p:nvPr>
            <p:ph type="body" sz="quarter" idx="30" hasCustomPrompt="1"/>
          </p:nvPr>
        </p:nvSpPr>
        <p:spPr bwMode="gray">
          <a:xfrm>
            <a:off x="6703733" y="3491705"/>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24" name="Textplatzhalter 13"/>
          <p:cNvSpPr>
            <a:spLocks noGrp="1"/>
          </p:cNvSpPr>
          <p:nvPr>
            <p:ph type="body" sz="quarter" idx="31" hasCustomPrompt="1"/>
          </p:nvPr>
        </p:nvSpPr>
        <p:spPr bwMode="gray">
          <a:xfrm rot="5400000">
            <a:off x="7444920" y="1983299"/>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5" name="Textplatzhalter 13"/>
          <p:cNvSpPr>
            <a:spLocks noGrp="1"/>
          </p:cNvSpPr>
          <p:nvPr>
            <p:ph type="body" sz="quarter" idx="32" hasCustomPrompt="1"/>
          </p:nvPr>
        </p:nvSpPr>
        <p:spPr bwMode="gray">
          <a:xfrm rot="5400000">
            <a:off x="7444920" y="2908707"/>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6" name="Textplatzhalter 13"/>
          <p:cNvSpPr>
            <a:spLocks noGrp="1"/>
          </p:cNvSpPr>
          <p:nvPr>
            <p:ph type="body" sz="quarter" idx="33" hasCustomPrompt="1"/>
          </p:nvPr>
        </p:nvSpPr>
        <p:spPr bwMode="gray">
          <a:xfrm rot="5400000">
            <a:off x="7444920" y="3834115"/>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7" name="Textplatzhalter 17"/>
          <p:cNvSpPr>
            <a:spLocks noGrp="1"/>
          </p:cNvSpPr>
          <p:nvPr>
            <p:ph type="body" sz="quarter" idx="34" hasCustomPrompt="1"/>
          </p:nvPr>
        </p:nvSpPr>
        <p:spPr bwMode="gray">
          <a:xfrm>
            <a:off x="7977352" y="1641305"/>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8" name="Textplatzhalter 17"/>
          <p:cNvSpPr>
            <a:spLocks noGrp="1"/>
          </p:cNvSpPr>
          <p:nvPr>
            <p:ph type="body" sz="quarter" idx="35" hasCustomPrompt="1"/>
          </p:nvPr>
        </p:nvSpPr>
        <p:spPr bwMode="gray">
          <a:xfrm>
            <a:off x="7977352" y="2566828"/>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9" name="Textplatzhalter 17"/>
          <p:cNvSpPr>
            <a:spLocks noGrp="1"/>
          </p:cNvSpPr>
          <p:nvPr>
            <p:ph type="body" sz="quarter" idx="36" hasCustomPrompt="1"/>
          </p:nvPr>
        </p:nvSpPr>
        <p:spPr bwMode="gray">
          <a:xfrm>
            <a:off x="7977352" y="3492345"/>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2" name="Textplatzhalter 3"/>
          <p:cNvSpPr>
            <a:spLocks noGrp="1"/>
          </p:cNvSpPr>
          <p:nvPr>
            <p:ph type="body" sz="quarter" idx="37" hasCustomPrompt="1"/>
          </p:nvPr>
        </p:nvSpPr>
        <p:spPr bwMode="gray">
          <a:xfrm>
            <a:off x="540003" y="4417071"/>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6" name="Textplatzhalter 13"/>
          <p:cNvSpPr>
            <a:spLocks noGrp="1"/>
          </p:cNvSpPr>
          <p:nvPr>
            <p:ph type="body" sz="quarter" idx="38" hasCustomPrompt="1"/>
          </p:nvPr>
        </p:nvSpPr>
        <p:spPr bwMode="gray">
          <a:xfrm rot="5400000">
            <a:off x="1281191" y="4759523"/>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2" name="Textplatzhalter 17"/>
          <p:cNvSpPr>
            <a:spLocks noGrp="1"/>
          </p:cNvSpPr>
          <p:nvPr>
            <p:ph type="body" sz="quarter" idx="39" hasCustomPrompt="1"/>
          </p:nvPr>
        </p:nvSpPr>
        <p:spPr bwMode="gray">
          <a:xfrm>
            <a:off x="1813623" y="4417862"/>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17" name="Textplatzhalter 3"/>
          <p:cNvSpPr>
            <a:spLocks noGrp="1"/>
          </p:cNvSpPr>
          <p:nvPr>
            <p:ph type="body" sz="quarter" idx="40" hasCustomPrompt="1"/>
          </p:nvPr>
        </p:nvSpPr>
        <p:spPr bwMode="gray">
          <a:xfrm>
            <a:off x="6703733" y="4417113"/>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30" name="Textplatzhalter 13"/>
          <p:cNvSpPr>
            <a:spLocks noGrp="1"/>
          </p:cNvSpPr>
          <p:nvPr>
            <p:ph type="body" sz="quarter" idx="41" hasCustomPrompt="1"/>
          </p:nvPr>
        </p:nvSpPr>
        <p:spPr bwMode="gray">
          <a:xfrm rot="5400000">
            <a:off x="7444920" y="4759523"/>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31" name="Textplatzhalter 17"/>
          <p:cNvSpPr>
            <a:spLocks noGrp="1"/>
          </p:cNvSpPr>
          <p:nvPr>
            <p:ph type="body" sz="quarter" idx="42" hasCustomPrompt="1"/>
          </p:nvPr>
        </p:nvSpPr>
        <p:spPr bwMode="gray">
          <a:xfrm>
            <a:off x="7977352" y="4417874"/>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32" name="Textplatzhalter 3"/>
          <p:cNvSpPr>
            <a:spLocks noGrp="1"/>
          </p:cNvSpPr>
          <p:nvPr>
            <p:ph type="body" sz="quarter" idx="43" hasCustomPrompt="1"/>
          </p:nvPr>
        </p:nvSpPr>
        <p:spPr bwMode="gray">
          <a:xfrm>
            <a:off x="540003" y="5342520"/>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33" name="Textplatzhalter 13"/>
          <p:cNvSpPr>
            <a:spLocks noGrp="1"/>
          </p:cNvSpPr>
          <p:nvPr>
            <p:ph type="body" sz="quarter" idx="44" hasCustomPrompt="1"/>
          </p:nvPr>
        </p:nvSpPr>
        <p:spPr bwMode="gray">
          <a:xfrm rot="5400000">
            <a:off x="1281191" y="5684930"/>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34" name="Textplatzhalter 17"/>
          <p:cNvSpPr>
            <a:spLocks noGrp="1"/>
          </p:cNvSpPr>
          <p:nvPr>
            <p:ph type="body" sz="quarter" idx="45" hasCustomPrompt="1"/>
          </p:nvPr>
        </p:nvSpPr>
        <p:spPr bwMode="gray">
          <a:xfrm>
            <a:off x="1813623" y="5342936"/>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35" name="Textplatzhalter 3"/>
          <p:cNvSpPr>
            <a:spLocks noGrp="1"/>
          </p:cNvSpPr>
          <p:nvPr>
            <p:ph type="body" sz="quarter" idx="46" hasCustomPrompt="1"/>
          </p:nvPr>
        </p:nvSpPr>
        <p:spPr bwMode="gray">
          <a:xfrm>
            <a:off x="6703733" y="5342520"/>
            <a:ext cx="1062039" cy="720820"/>
          </a:xfrm>
        </p:spPr>
        <p:txBody>
          <a:bodyPr bIns="72000" anchor="ctr"/>
          <a:lstStyle>
            <a:lvl1pPr marL="0" indent="0">
              <a:lnSpc>
                <a:spcPct val="90000"/>
              </a:lnSpc>
              <a:spcAft>
                <a:spcPts val="0"/>
              </a:spcAft>
              <a:buNone/>
              <a:defRPr sz="5400" b="1">
                <a:solidFill>
                  <a:schemeClr val="accent1"/>
                </a:solidFill>
              </a:defRPr>
            </a:lvl1pPr>
          </a:lstStyle>
          <a:p>
            <a:pPr lvl="0"/>
            <a:r>
              <a:rPr lang="de-DE" dirty="0"/>
              <a:t>NR</a:t>
            </a:r>
          </a:p>
        </p:txBody>
      </p:sp>
      <p:sp>
        <p:nvSpPr>
          <p:cNvPr id="36" name="Textplatzhalter 13"/>
          <p:cNvSpPr>
            <a:spLocks noGrp="1"/>
          </p:cNvSpPr>
          <p:nvPr>
            <p:ph type="body" sz="quarter" idx="47" hasCustomPrompt="1"/>
          </p:nvPr>
        </p:nvSpPr>
        <p:spPr bwMode="gray">
          <a:xfrm rot="5400000">
            <a:off x="7444920" y="5684930"/>
            <a:ext cx="648000" cy="36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37" name="Textplatzhalter 17"/>
          <p:cNvSpPr>
            <a:spLocks noGrp="1"/>
          </p:cNvSpPr>
          <p:nvPr>
            <p:ph type="body" sz="quarter" idx="48" hasCustomPrompt="1"/>
          </p:nvPr>
        </p:nvSpPr>
        <p:spPr bwMode="gray">
          <a:xfrm>
            <a:off x="7977352" y="5343398"/>
            <a:ext cx="3674648" cy="720001"/>
          </a:xfrm>
        </p:spPr>
        <p:txBody>
          <a:bodyPr anchor="ctr"/>
          <a:lstStyle>
            <a:lvl1pPr marL="0" indent="0">
              <a:lnSpc>
                <a:spcPct val="90000"/>
              </a:lnSpc>
              <a:buNone/>
              <a:defRPr/>
            </a:lvl1pPr>
            <a:lvl2pPr marL="450215" indent="0">
              <a:buNone/>
              <a:defRPr/>
            </a:lvl2pPr>
          </a:lstStyle>
          <a:p>
            <a:pPr lvl="0"/>
            <a:r>
              <a:rPr lang="de-DE" dirty="0"/>
              <a:t>Mastertextformat bearbeiten</a:t>
            </a:r>
          </a:p>
        </p:txBody>
      </p:sp>
      <p:sp>
        <p:nvSpPr>
          <p:cNvPr id="3"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0"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Basis">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6"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2 Basis_1HL">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5"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echteck 5"/>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1"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3_Basis_ohneFusszeile">
    <p:spTree>
      <p:nvGrpSpPr>
        <p:cNvPr id="1" name=""/>
        <p:cNvGrpSpPr/>
        <p:nvPr/>
      </p:nvGrpSpPr>
      <p:grpSpPr>
        <a:xfrm>
          <a:off x="0" y="0"/>
          <a:ext cx="0" cy="0"/>
          <a:chOff x="0" y="0"/>
          <a:chExt cx="0" cy="0"/>
        </a:xfrm>
      </p:grpSpPr>
      <p:sp>
        <p:nvSpPr>
          <p:cNvPr id="3"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Subtitle"/>
          <p:cNvSpPr>
            <a:spLocks noGrp="1" noRot="1" noMove="1" noResize="1" noEditPoints="1" noAdjustHandles="1" noChangeArrowheads="1" noChangeShapeType="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7" name="Titel 5"/>
          <p:cNvSpPr>
            <a:spLocks noGrp="1" noRot="1" noMove="1" noResize="1" noEditPoints="1" noAdjustHandles="1" noChangeArrowheads="1" noChangeShapeType="1"/>
          </p:cNvSpPr>
          <p:nvPr>
            <p:ph type="title" hasCustomPrompt="1"/>
          </p:nvPr>
        </p:nvSpPr>
        <p:spPr bwMode="gray">
          <a:xfrm>
            <a:off x="540000" y="432000"/>
            <a:ext cx="8268720" cy="360000"/>
          </a:xfrm>
        </p:spPr>
        <p:txBody>
          <a:bodyPr/>
          <a:lstStyle/>
          <a:p>
            <a:r>
              <a:rPr lang="de-DE" dirty="0"/>
              <a:t>Mastertitelformat bearbeiten</a:t>
            </a:r>
          </a:p>
        </p:txBody>
      </p:sp>
      <p:sp>
        <p:nvSpPr>
          <p:cNvPr id="5"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 Spalte Inhalt_1HL">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cxnSp>
        <p:nvCxnSpPr>
          <p:cNvPr id="2"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Rechteck 2"/>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4 Basis 1HL_ohneFusszeile">
    <p:spTree>
      <p:nvGrpSpPr>
        <p:cNvPr id="1" name=""/>
        <p:cNvGrpSpPr/>
        <p:nvPr/>
      </p:nvGrpSpPr>
      <p:grpSpPr>
        <a:xfrm>
          <a:off x="0" y="0"/>
          <a:ext cx="0" cy="0"/>
          <a:chOff x="0" y="0"/>
          <a:chExt cx="0" cy="0"/>
        </a:xfrm>
      </p:grpSpPr>
      <p:sp>
        <p:nvSpPr>
          <p:cNvPr id="6" name="Inhaltsplatzhalter 5"/>
          <p:cNvSpPr>
            <a:spLocks noGrp="1"/>
          </p:cNvSpPr>
          <p:nvPr>
            <p:ph sz="quarter" idx="17" hasCustomPrompt="1"/>
          </p:nvPr>
        </p:nvSpPr>
        <p:spPr bwMode="gray">
          <a:xfrm>
            <a:off x="540000" y="1728000"/>
            <a:ext cx="1111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Rechteck 2"/>
          <p:cNvSpPr/>
          <p:nvPr userDrawn="1"/>
        </p:nvSpPr>
        <p:spPr bwMode="gray">
          <a:xfrm>
            <a:off x="400693" y="1191802"/>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cxnSp>
        <p:nvCxnSpPr>
          <p:cNvPr id="8"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
        <p:nvSpPr>
          <p:cNvPr id="7"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9"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10"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 Spalten Inhal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6252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5"/>
          <p:cNvSpPr>
            <a:spLocks noGrp="1"/>
          </p:cNvSpPr>
          <p:nvPr>
            <p:ph type="body" sz="quarter" idx="19"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Inhalt + Zita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6276000" y="1343027"/>
            <a:ext cx="5916000" cy="4965521"/>
          </a:xfrm>
          <a:prstGeom prst="roundRect">
            <a:avLst>
              <a:gd name="adj" fmla="val 9301"/>
            </a:avLst>
          </a:prstGeom>
          <a:solidFill>
            <a:schemeClr val="accent1"/>
          </a:solidFill>
        </p:spPr>
        <p:txBody>
          <a:bodyPr wrap="square" lIns="720000" tIns="360000" rIns="720000" bIns="360000" anchor="ctr" anchorCtr="0">
            <a:noAutofit/>
          </a:bodyPr>
          <a:lstStyle>
            <a:lvl1pPr marL="0" indent="0">
              <a:lnSpc>
                <a:spcPct val="90000"/>
              </a:lnSpc>
              <a:buNone/>
              <a:defRPr sz="2800" b="1">
                <a:solidFill>
                  <a:schemeClr val="bg1"/>
                </a:solidFill>
              </a:defRPr>
            </a:lvl1pPr>
          </a:lstStyle>
          <a:p>
            <a:pPr lvl="0"/>
            <a:r>
              <a:rPr lang="de-DE" dirty="0"/>
              <a:t>Mastertextformat bearbeiten</a:t>
            </a:r>
          </a:p>
        </p:txBody>
      </p:sp>
      <p:sp>
        <p:nvSpPr>
          <p:cNvPr id="4" name="Textplatzhalter 5"/>
          <p:cNvSpPr>
            <a:spLocks noGrp="1"/>
          </p:cNvSpPr>
          <p:nvPr>
            <p:ph type="body" sz="quarter" idx="19" hasCustomPrompt="1"/>
          </p:nvPr>
        </p:nvSpPr>
        <p:spPr bwMode="gray">
          <a:xfrm>
            <a:off x="540002" y="6020548"/>
            <a:ext cx="5400001"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3 Spalten Inhal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4332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5"/>
          <p:cNvSpPr>
            <a:spLocks noGrp="1"/>
          </p:cNvSpPr>
          <p:nvPr>
            <p:ph sz="quarter" idx="19" hasCustomPrompt="1"/>
          </p:nvPr>
        </p:nvSpPr>
        <p:spPr bwMode="gray">
          <a:xfrm>
            <a:off x="8124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5"/>
          <p:cNvSpPr>
            <a:spLocks noGrp="1"/>
          </p:cNvSpPr>
          <p:nvPr>
            <p:ph type="body" sz="quarter" idx="20"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0"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 Spalten Inhalt 1/3">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4" y="1728000"/>
            <a:ext cx="7320001"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8124000" y="1728000"/>
            <a:ext cx="3528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5"/>
          <p:cNvSpPr>
            <a:spLocks noGrp="1"/>
          </p:cNvSpPr>
          <p:nvPr>
            <p:ph type="body" sz="quarter" idx="20"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 Spalten/2 Zeilen Inhalt ">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6" name="Inhaltsplatzhalter 5"/>
          <p:cNvSpPr>
            <a:spLocks noGrp="1"/>
          </p:cNvSpPr>
          <p:nvPr>
            <p:ph sz="quarter" idx="17" hasCustomPrompt="1"/>
          </p:nvPr>
        </p:nvSpPr>
        <p:spPr bwMode="gray">
          <a:xfrm>
            <a:off x="540000" y="1728000"/>
            <a:ext cx="5400000" cy="23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Inhaltsplatzhalter 5"/>
          <p:cNvSpPr>
            <a:spLocks noGrp="1"/>
          </p:cNvSpPr>
          <p:nvPr>
            <p:ph sz="quarter" idx="18" hasCustomPrompt="1"/>
          </p:nvPr>
        </p:nvSpPr>
        <p:spPr bwMode="gray">
          <a:xfrm>
            <a:off x="6252000" y="1728000"/>
            <a:ext cx="5400000" cy="23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5"/>
          <p:cNvSpPr>
            <a:spLocks noGrp="1"/>
          </p:cNvSpPr>
          <p:nvPr>
            <p:ph type="body" sz="quarter" idx="19"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10" name="Inhaltsplatzhalter 5"/>
          <p:cNvSpPr>
            <a:spLocks noGrp="1"/>
          </p:cNvSpPr>
          <p:nvPr>
            <p:ph sz="quarter" idx="21" hasCustomPrompt="1"/>
          </p:nvPr>
        </p:nvSpPr>
        <p:spPr bwMode="gray">
          <a:xfrm>
            <a:off x="540000" y="4346081"/>
            <a:ext cx="5400000" cy="1521925"/>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algn="ctr">
              <a:defRPr/>
            </a:lvl1pPr>
            <a:lvl2pPr algn="ctr">
              <a:defRPr/>
            </a:lvl2pPr>
            <a:lvl3pPr algn="ctr">
              <a:defRPr/>
            </a:lvl3pPr>
            <a:lvl4pPr algn="ctr">
              <a:defRPr/>
            </a:lvl4pPr>
            <a:lvl5pPr algn="ctr">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Inhaltsplatzhalter 5"/>
          <p:cNvSpPr>
            <a:spLocks noGrp="1"/>
          </p:cNvSpPr>
          <p:nvPr>
            <p:ph sz="quarter" idx="22" hasCustomPrompt="1"/>
          </p:nvPr>
        </p:nvSpPr>
        <p:spPr bwMode="gray">
          <a:xfrm>
            <a:off x="6252000" y="4346081"/>
            <a:ext cx="5400000" cy="1521925"/>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algn="ctr">
              <a:defRPr/>
            </a:lvl1pPr>
            <a:lvl2pPr algn="ctr">
              <a:defRPr/>
            </a:lvl2pPr>
            <a:lvl3pPr algn="ctr">
              <a:defRPr/>
            </a:lvl3pPr>
            <a:lvl4pPr algn="ctr">
              <a:defRPr/>
            </a:lvl4pPr>
            <a:lvl5pPr algn="ctr">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A Inhalt + Bild">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2" y="6020548"/>
            <a:ext cx="11112001"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2" y="1728000"/>
            <a:ext cx="7320001"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8124000" y="1341679"/>
            <a:ext cx="4068000" cy="4526327"/>
          </a:xfrm>
          <a:prstGeom prst="round2DiagRect">
            <a:avLst>
              <a:gd name="adj1" fmla="val 11048"/>
              <a:gd name="adj2" fmla="val 0"/>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2" name="Textplatzhalter 11"/>
          <p:cNvSpPr>
            <a:spLocks noGrp="1"/>
          </p:cNvSpPr>
          <p:nvPr>
            <p:ph type="body" sz="quarter" idx="19" hasCustomPrompt="1"/>
          </p:nvPr>
        </p:nvSpPr>
        <p:spPr bwMode="gray">
          <a:xfrm>
            <a:off x="8124001" y="5183307"/>
            <a:ext cx="4068000" cy="684694"/>
          </a:xfrm>
          <a:solidFill>
            <a:schemeClr val="bg1">
              <a:alpha val="62772"/>
            </a:schemeClr>
          </a:solidFill>
        </p:spPr>
        <p:txBody>
          <a:bodyPr wrap="square" lIns="180000" tIns="180000" rIns="180000" bIns="180000" anchor="b" anchorCtr="0">
            <a:spAutoFit/>
          </a:bodyPr>
          <a:lstStyle>
            <a:lvl1pPr marL="0" indent="0">
              <a:buNone/>
              <a:defRPr b="1">
                <a:solidFill>
                  <a:schemeClr val="tx1"/>
                </a:solidFill>
              </a:defRPr>
            </a:lvl1pPr>
            <a:lvl2pPr marL="450215" indent="0">
              <a:buNone/>
              <a:defRPr/>
            </a:lvl2pPr>
          </a:lstStyle>
          <a:p>
            <a:pPr lvl="0"/>
            <a:r>
              <a:rPr lang="de-DE" dirty="0"/>
              <a:t>Bildbeschreibung</a:t>
            </a:r>
          </a:p>
        </p:txBody>
      </p:sp>
      <p:sp>
        <p:nvSpPr>
          <p:cNvPr id="11"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_B Inhalt + Bild">
    <p:spTree>
      <p:nvGrpSpPr>
        <p:cNvPr id="1" name=""/>
        <p:cNvGrpSpPr/>
        <p:nvPr/>
      </p:nvGrpSpPr>
      <p:grpSpPr>
        <a:xfrm>
          <a:off x="0" y="0"/>
          <a:ext cx="0" cy="0"/>
          <a:chOff x="0" y="0"/>
          <a:chExt cx="0" cy="0"/>
        </a:xfrm>
      </p:grpSpPr>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4" y="0"/>
            <a:ext cx="5940001" cy="6858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6"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B Inhalt + Bild">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6"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4_B Inhalt + Bild">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1" y="1728000"/>
            <a:ext cx="3233779"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760399" y="1728000"/>
            <a:ext cx="4891604"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3" name="Bildplatzhalter 4"/>
          <p:cNvSpPr>
            <a:spLocks noGrp="1" noChangeAspect="1"/>
          </p:cNvSpPr>
          <p:nvPr>
            <p:ph type="pic" sz="quarter" idx="19" hasCustomPrompt="1"/>
          </p:nvPr>
        </p:nvSpPr>
        <p:spPr bwMode="gray">
          <a:xfrm>
            <a:off x="3941171" y="1728000"/>
            <a:ext cx="2651839"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6"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2"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 Inhalt + Bild_1HL">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5" y="6020548"/>
            <a:ext cx="5399999" cy="288000"/>
          </a:xfrm>
        </p:spPr>
        <p:txBody>
          <a:bodyPr anchor="b"/>
          <a:lstStyle>
            <a:lvl1pPr marL="0" indent="0">
              <a:spcAft>
                <a:spcPts val="400"/>
              </a:spcAft>
              <a:buNone/>
              <a:defRPr sz="1000"/>
            </a:lvl1pPr>
          </a:lstStyle>
          <a:p>
            <a:pPr lvl="0"/>
            <a:r>
              <a:rPr lang="de-DE" dirty="0"/>
              <a:t>Quellen:</a:t>
            </a: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cxnSp>
        <p:nvCxnSpPr>
          <p:cNvPr id="3" name="Straight Connector 8"/>
          <p:cNvCxnSpPr/>
          <p:nvPr userDrawn="1"/>
        </p:nvCxnSpPr>
        <p:spPr bwMode="gray">
          <a:xfrm>
            <a:off x="540000" y="1038190"/>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Rechteck 5"/>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3"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_B Inhalt + Bild_ohneFusszeile">
    <p:spTree>
      <p:nvGrpSpPr>
        <p:cNvPr id="1" name=""/>
        <p:cNvGrpSpPr/>
        <p:nvPr/>
      </p:nvGrpSpPr>
      <p:grpSpPr>
        <a:xfrm>
          <a:off x="0" y="0"/>
          <a:ext cx="0" cy="0"/>
          <a:chOff x="0" y="0"/>
          <a:chExt cx="0" cy="0"/>
        </a:xfrm>
      </p:grpSpPr>
      <p:sp>
        <p:nvSpPr>
          <p:cNvPr id="10" name="Freeform: Shape 8"/>
          <p:cNvSpPr/>
          <p:nvPr userDrawn="1"/>
        </p:nvSpPr>
        <p:spPr bwMode="gray">
          <a:xfrm>
            <a:off x="9077455" y="1343026"/>
            <a:ext cx="4375656" cy="4965522"/>
          </a:xfrm>
          <a:prstGeom prst="roundRect">
            <a:avLst>
              <a:gd name="adj" fmla="val 71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4" name="Inhaltsplatzhalter 5"/>
          <p:cNvSpPr>
            <a:spLocks noGrp="1"/>
          </p:cNvSpPr>
          <p:nvPr>
            <p:ph sz="quarter" idx="17" hasCustomPrompt="1"/>
          </p:nvPr>
        </p:nvSpPr>
        <p:spPr bwMode="gray">
          <a:xfrm>
            <a:off x="540000" y="1728000"/>
            <a:ext cx="540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Bildplatzhalter 4"/>
          <p:cNvSpPr>
            <a:spLocks noGrp="1" noChangeAspect="1"/>
          </p:cNvSpPr>
          <p:nvPr>
            <p:ph type="pic" sz="quarter" idx="10" hasCustomPrompt="1"/>
          </p:nvPr>
        </p:nvSpPr>
        <p:spPr bwMode="gray">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2"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7"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
        <p:nvSpPr>
          <p:cNvPr id="8"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9"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11"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 Inhalt + Bilder">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513" y="6020548"/>
            <a:ext cx="11110939" cy="288000"/>
          </a:xfrm>
        </p:spPr>
        <p:txBody>
          <a:bodyPr anchor="b"/>
          <a:lstStyle>
            <a:lvl1pPr marL="0" indent="0">
              <a:spcAft>
                <a:spcPts val="400"/>
              </a:spcAft>
              <a:buNone/>
              <a:defRPr sz="1000"/>
            </a:lvl1pPr>
          </a:lstStyle>
          <a:p>
            <a:pPr lvl="0"/>
            <a:r>
              <a:rPr lang="de-DE" dirty="0"/>
              <a:t>Quellen:</a:t>
            </a:r>
          </a:p>
        </p:txBody>
      </p:sp>
      <p:sp>
        <p:nvSpPr>
          <p:cNvPr id="4" name="Bildplatzhalter 3"/>
          <p:cNvSpPr>
            <a:spLocks noGrp="1" noChangeAspect="1"/>
          </p:cNvSpPr>
          <p:nvPr>
            <p:ph type="pic" sz="quarter" idx="10" hasCustomPrompt="1"/>
          </p:nvPr>
        </p:nvSpPr>
        <p:spPr bwMode="gray">
          <a:xfrm>
            <a:off x="0" y="1727999"/>
            <a:ext cx="3936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Bildplatzhalter 4"/>
          <p:cNvSpPr>
            <a:spLocks noGrp="1" noChangeAspect="1"/>
          </p:cNvSpPr>
          <p:nvPr>
            <p:ph type="pic" sz="quarter" idx="19" hasCustomPrompt="1"/>
          </p:nvPr>
        </p:nvSpPr>
        <p:spPr bwMode="gray">
          <a:xfrm>
            <a:off x="4128000" y="1727999"/>
            <a:ext cx="3936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6" name="Bildplatzhalter 5"/>
          <p:cNvSpPr>
            <a:spLocks noGrp="1" noChangeAspect="1"/>
          </p:cNvSpPr>
          <p:nvPr>
            <p:ph type="pic" sz="quarter" idx="20" hasCustomPrompt="1"/>
          </p:nvPr>
        </p:nvSpPr>
        <p:spPr bwMode="gray">
          <a:xfrm>
            <a:off x="8256000" y="1727999"/>
            <a:ext cx="3936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0" name="Inhaltsplatzhalter 9"/>
          <p:cNvSpPr>
            <a:spLocks noGrp="1"/>
          </p:cNvSpPr>
          <p:nvPr>
            <p:ph sz="quarter" idx="17" hasCustomPrompt="1"/>
          </p:nvPr>
        </p:nvSpPr>
        <p:spPr bwMode="gray">
          <a:xfrm>
            <a:off x="540000" y="4722296"/>
            <a:ext cx="11112000" cy="1145704"/>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marL="0" indent="0" algn="ctr">
              <a:buNone/>
              <a:defRPr/>
            </a:lvl1pPr>
            <a:lvl2pPr algn="ctr">
              <a:defRPr/>
            </a:lvl2pPr>
            <a:lvl3pPr algn="ctr">
              <a:defRPr/>
            </a:lvl3pPr>
            <a:lvl4pPr algn="ctr">
              <a:defRPr/>
            </a:lvl4pPr>
            <a:lvl5pPr algn="ctr">
              <a:defRPr/>
            </a:lvl5pPr>
          </a:lstStyle>
          <a:p>
            <a:pPr lvl="0"/>
            <a:r>
              <a:rPr lang="de-DE" dirty="0"/>
              <a:t>Mastertextformat bearbeiten</a:t>
            </a:r>
          </a:p>
        </p:txBody>
      </p:sp>
      <p:sp>
        <p:nvSpPr>
          <p:cNvPr id="12" name="Rectangle 23"/>
          <p:cNvSpPr/>
          <p:nvPr userDrawn="1"/>
        </p:nvSpPr>
        <p:spPr bwMode="gray">
          <a:xfrm>
            <a:off x="538166" y="4232201"/>
            <a:ext cx="11117263" cy="2657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1"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D Inhalt + Bild">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4" name="Bildplatzhalter 3"/>
          <p:cNvSpPr>
            <a:spLocks noGrp="1" noChangeAspect="1"/>
          </p:cNvSpPr>
          <p:nvPr>
            <p:ph type="pic" sz="quarter" idx="10" hasCustomPrompt="1"/>
          </p:nvPr>
        </p:nvSpPr>
        <p:spPr bwMode="gray">
          <a:xfrm>
            <a:off x="0" y="1727999"/>
            <a:ext cx="12192000" cy="2769902"/>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2" name="Rectangle 23"/>
          <p:cNvSpPr/>
          <p:nvPr userDrawn="1"/>
        </p:nvSpPr>
        <p:spPr bwMode="gray">
          <a:xfrm>
            <a:off x="540004" y="4232201"/>
            <a:ext cx="11115425" cy="2657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
        <p:nvSpPr>
          <p:cNvPr id="11" name="Inhaltsplatzhalter 9"/>
          <p:cNvSpPr>
            <a:spLocks noGrp="1"/>
          </p:cNvSpPr>
          <p:nvPr>
            <p:ph sz="quarter" idx="17" hasCustomPrompt="1"/>
          </p:nvPr>
        </p:nvSpPr>
        <p:spPr bwMode="gray">
          <a:xfrm>
            <a:off x="540000" y="4722296"/>
            <a:ext cx="11112000" cy="1145704"/>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marL="0" indent="0" algn="ctr">
              <a:buNone/>
              <a:defRPr/>
            </a:lvl1pPr>
            <a:lvl2pPr algn="ctr">
              <a:defRPr/>
            </a:lvl2pPr>
            <a:lvl3pPr algn="ctr">
              <a:defRPr/>
            </a:lvl3pPr>
            <a:lvl4pPr algn="ctr">
              <a:defRPr/>
            </a:lvl4pPr>
            <a:lvl5pPr algn="ctr">
              <a:defRPr/>
            </a:lvl5pPr>
          </a:lstStyle>
          <a:p>
            <a:pPr lvl="0"/>
            <a:r>
              <a:rPr lang="de-DE" dirty="0"/>
              <a:t>Mastertextformat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D Inhalt + Bild">
    <p:spTree>
      <p:nvGrpSpPr>
        <p:cNvPr id="1" name=""/>
        <p:cNvGrpSpPr/>
        <p:nvPr/>
      </p:nvGrpSpPr>
      <p:grpSpPr>
        <a:xfrm>
          <a:off x="0" y="0"/>
          <a:ext cx="0" cy="0"/>
          <a:chOff x="0" y="0"/>
          <a:chExt cx="0" cy="0"/>
        </a:xfrm>
      </p:grpSpPr>
      <p:sp>
        <p:nvSpPr>
          <p:cNvPr id="10" name="Inhaltsplatzhalter 9"/>
          <p:cNvSpPr>
            <a:spLocks noGrp="1"/>
          </p:cNvSpPr>
          <p:nvPr>
            <p:ph sz="quarter" idx="17" hasCustomPrompt="1"/>
          </p:nvPr>
        </p:nvSpPr>
        <p:spPr bwMode="gray">
          <a:xfrm>
            <a:off x="540000" y="5184405"/>
            <a:ext cx="11112000" cy="1145704"/>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chor="ctr" anchorCtr="0">
            <a:noAutofit/>
          </a:bodyPr>
          <a:lstStyle>
            <a:lvl1pPr marL="0" indent="0" algn="ctr">
              <a:buNone/>
              <a:defRPr/>
            </a:lvl1pPr>
            <a:lvl2pPr algn="ctr">
              <a:defRPr/>
            </a:lvl2pPr>
            <a:lvl3pPr algn="ctr">
              <a:defRPr/>
            </a:lvl3pPr>
            <a:lvl4pPr algn="ctr">
              <a:defRPr/>
            </a:lvl4pPr>
            <a:lvl5pPr algn="ctr">
              <a:defRPr/>
            </a:lvl5pPr>
          </a:lstStyle>
          <a:p>
            <a:pPr lvl="0"/>
            <a:r>
              <a:rPr lang="de-DE" dirty="0"/>
              <a:t>Mastertextformat bearbeiten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4" name="Bildplatzhalter 3"/>
          <p:cNvSpPr>
            <a:spLocks noGrp="1" noChangeAspect="1"/>
          </p:cNvSpPr>
          <p:nvPr>
            <p:ph type="pic" sz="quarter" idx="10" hasCustomPrompt="1"/>
          </p:nvPr>
        </p:nvSpPr>
        <p:spPr bwMode="gray">
          <a:xfrm>
            <a:off x="0" y="1727999"/>
            <a:ext cx="12192000" cy="3376886"/>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2" name="Rectangle 23"/>
          <p:cNvSpPr/>
          <p:nvPr userDrawn="1"/>
        </p:nvSpPr>
        <p:spPr bwMode="gray">
          <a:xfrm>
            <a:off x="540004" y="4839185"/>
            <a:ext cx="11115425" cy="26570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1"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E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1728000"/>
            <a:ext cx="1219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10"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5" name="Textplatzhalter 4"/>
          <p:cNvSpPr>
            <a:spLocks noGrp="1"/>
          </p:cNvSpPr>
          <p:nvPr>
            <p:ph type="body" sz="quarter" idx="19" hasCustomPrompt="1"/>
          </p:nvPr>
        </p:nvSpPr>
        <p:spPr bwMode="gray">
          <a:xfrm>
            <a:off x="8302020" y="1859104"/>
            <a:ext cx="3349981" cy="3877792"/>
          </a:xfrm>
          <a:prstGeom prst="roundRect">
            <a:avLst>
              <a:gd name="adj" fmla="val 6772"/>
            </a:avLst>
          </a:prstGeom>
          <a:solidFill>
            <a:schemeClr val="accent1">
              <a:alpha val="90000"/>
            </a:schemeClr>
          </a:solidFill>
        </p:spPr>
        <p:txBody>
          <a:bodyPr lIns="288000" tIns="288000" rIns="288000" bIns="288000"/>
          <a:lstStyle>
            <a:lvl1pPr>
              <a:buClr>
                <a:schemeClr val="bg1"/>
              </a:buCl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E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0"/>
            <a:ext cx="12192000" cy="5868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10"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5" name="Textplatzhalter 4"/>
          <p:cNvSpPr>
            <a:spLocks noGrp="1"/>
          </p:cNvSpPr>
          <p:nvPr>
            <p:ph type="body" sz="quarter" idx="19" hasCustomPrompt="1"/>
          </p:nvPr>
        </p:nvSpPr>
        <p:spPr bwMode="gray">
          <a:xfrm>
            <a:off x="8302020" y="1859104"/>
            <a:ext cx="3349981" cy="3877792"/>
          </a:xfrm>
          <a:prstGeom prst="roundRect">
            <a:avLst>
              <a:gd name="adj" fmla="val 6772"/>
            </a:avLst>
          </a:prstGeom>
          <a:solidFill>
            <a:schemeClr val="accent1">
              <a:alpha val="90000"/>
            </a:schemeClr>
          </a:solidFill>
        </p:spPr>
        <p:txBody>
          <a:bodyPr lIns="288000" tIns="288000" rIns="288000" bIns="288000"/>
          <a:lstStyle>
            <a:lvl1pPr>
              <a:buClr>
                <a:schemeClr val="bg1"/>
              </a:buCl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feld 2"/>
          <p:cNvSpPr txBox="1"/>
          <p:nvPr userDrawn="1"/>
        </p:nvSpPr>
        <p:spPr bwMode="gray">
          <a:xfrm>
            <a:off x="9575515" y="688369"/>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_E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0"/>
            <a:ext cx="12192000" cy="6858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5" name="Textplatzhalter 4"/>
          <p:cNvSpPr>
            <a:spLocks noGrp="1"/>
          </p:cNvSpPr>
          <p:nvPr>
            <p:ph type="body" sz="quarter" idx="19" hasCustomPrompt="1"/>
          </p:nvPr>
        </p:nvSpPr>
        <p:spPr bwMode="gray">
          <a:xfrm>
            <a:off x="8302020" y="1859104"/>
            <a:ext cx="3349981" cy="3877792"/>
          </a:xfrm>
          <a:prstGeom prst="roundRect">
            <a:avLst>
              <a:gd name="adj" fmla="val 6772"/>
            </a:avLst>
          </a:prstGeom>
          <a:solidFill>
            <a:schemeClr val="accent1">
              <a:alpha val="90000"/>
            </a:schemeClr>
          </a:solidFill>
        </p:spPr>
        <p:txBody>
          <a:bodyPr lIns="288000" tIns="288000" rIns="288000" bIns="288000"/>
          <a:lstStyle>
            <a:lvl1pPr>
              <a:buClr>
                <a:schemeClr val="bg1"/>
              </a:buCl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feld 2"/>
          <p:cNvSpPr txBox="1"/>
          <p:nvPr userDrawn="1"/>
        </p:nvSpPr>
        <p:spPr bwMode="gray">
          <a:xfrm>
            <a:off x="9575515" y="688369"/>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6" name="Datumsplatzhalter 6"/>
          <p:cNvSpPr>
            <a:spLocks noGrp="1"/>
          </p:cNvSpPr>
          <p:nvPr>
            <p:ph type="dt" sz="half" idx="14"/>
          </p:nvPr>
        </p:nvSpPr>
        <p:spPr bwMode="gray">
          <a:xfrm>
            <a:off x="9525403" y="6493063"/>
            <a:ext cx="1765820" cy="288000"/>
          </a:xfrm>
        </p:spPr>
        <p:txBody>
          <a:bodyPr/>
          <a:lstStyle/>
          <a:p>
            <a:r>
              <a:rPr lang="en-US" noProof="0"/>
              <a:t>3rd December 2024</a:t>
            </a:r>
            <a:endParaRPr lang="de-DE" noProof="0" dirty="0"/>
          </a:p>
        </p:txBody>
      </p:sp>
      <p:sp>
        <p:nvSpPr>
          <p:cNvPr id="7" name="Fußzeilenplatzhalter 7"/>
          <p:cNvSpPr>
            <a:spLocks noGrp="1"/>
          </p:cNvSpPr>
          <p:nvPr>
            <p:ph type="ftr" sz="quarter" idx="15"/>
          </p:nvPr>
        </p:nvSpPr>
        <p:spPr bwMode="gray">
          <a:xfrm>
            <a:off x="540000" y="6493063"/>
            <a:ext cx="7560000" cy="288000"/>
          </a:xfrm>
        </p:spPr>
        <p:txBody>
          <a:bodyPr/>
          <a:lstStyle/>
          <a:p>
            <a:r>
              <a:rPr lang="de-DE" noProof="0"/>
              <a:t>IC – Intercultural Competences | Aabha Rajeev Tembe &amp; Rinkal Keyul Zadafiya | Amberg | 2-16</a:t>
            </a:r>
            <a:endParaRPr lang="de-DE" noProof="0" dirty="0"/>
          </a:p>
        </p:txBody>
      </p:sp>
      <p:sp>
        <p:nvSpPr>
          <p:cNvPr id="8" name="Foliennummernplatzhalter 8"/>
          <p:cNvSpPr>
            <a:spLocks noGrp="1"/>
          </p:cNvSpPr>
          <p:nvPr>
            <p:ph type="sldNum" sz="quarter" idx="16"/>
          </p:nvPr>
        </p:nvSpPr>
        <p:spPr bwMode="gray">
          <a:xfrm>
            <a:off x="11341456" y="6493063"/>
            <a:ext cx="310544" cy="288000"/>
          </a:xfrm>
        </p:spPr>
        <p:txBody>
          <a:bodyPr/>
          <a:lstStyle/>
          <a:p>
            <a:fld id="{02CEFE82-39F2-4F47-8A0C-D5AB3496FA5C}" type="slidenum">
              <a:rPr lang="de-DE" noProof="0" smtClean="0"/>
              <a:t>‹#›</a:t>
            </a:fld>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 Inhalt + Bild">
    <p:spTree>
      <p:nvGrpSpPr>
        <p:cNvPr id="1" name=""/>
        <p:cNvGrpSpPr/>
        <p:nvPr/>
      </p:nvGrpSpPr>
      <p:grpSpPr>
        <a:xfrm>
          <a:off x="0" y="0"/>
          <a:ext cx="0" cy="0"/>
          <a:chOff x="0" y="0"/>
          <a:chExt cx="0" cy="0"/>
        </a:xfrm>
      </p:grpSpPr>
      <p:sp>
        <p:nvSpPr>
          <p:cNvPr id="2" name="Bildplatzhalter 3"/>
          <p:cNvSpPr>
            <a:spLocks noGrp="1" noChangeAspect="1"/>
          </p:cNvSpPr>
          <p:nvPr>
            <p:ph type="pic" sz="quarter" idx="10" hasCustomPrompt="1"/>
          </p:nvPr>
        </p:nvSpPr>
        <p:spPr bwMode="gray">
          <a:xfrm>
            <a:off x="0" y="1728000"/>
            <a:ext cx="12192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10" name="Textplatzhalter 5"/>
          <p:cNvSpPr>
            <a:spLocks noGrp="1"/>
          </p:cNvSpPr>
          <p:nvPr>
            <p:ph type="body" sz="quarter" idx="18" hasCustomPrompt="1"/>
          </p:nvPr>
        </p:nvSpPr>
        <p:spPr bwMode="gray">
          <a:xfrm>
            <a:off x="540533" y="6020548"/>
            <a:ext cx="11110939" cy="288000"/>
          </a:xfrm>
        </p:spPr>
        <p:txBody>
          <a:bodyPr anchor="b"/>
          <a:lstStyle>
            <a:lvl1pPr marL="0" indent="0">
              <a:spcAft>
                <a:spcPts val="400"/>
              </a:spcAft>
              <a:buNone/>
              <a:defRPr sz="1000"/>
            </a:lvl1pPr>
          </a:lstStyle>
          <a:p>
            <a:pPr lvl="0"/>
            <a:r>
              <a:rPr lang="de-DE" dirty="0"/>
              <a:t>Quellen:</a:t>
            </a:r>
          </a:p>
        </p:txBody>
      </p:sp>
      <p:sp>
        <p:nvSpPr>
          <p:cNvPr id="5" name="Textplatzhalter 4"/>
          <p:cNvSpPr>
            <a:spLocks noGrp="1"/>
          </p:cNvSpPr>
          <p:nvPr>
            <p:ph type="body" sz="quarter" idx="19" hasCustomPrompt="1"/>
          </p:nvPr>
        </p:nvSpPr>
        <p:spPr bwMode="gray">
          <a:xfrm>
            <a:off x="8302020" y="1840230"/>
            <a:ext cx="3349981" cy="3896666"/>
          </a:xfrm>
          <a:prstGeom prst="roundRect">
            <a:avLst>
              <a:gd name="adj" fmla="val 9502"/>
            </a:avLst>
          </a:prstGeom>
          <a:solidFill>
            <a:schemeClr val="bg1">
              <a:alpha val="90000"/>
            </a:schemeClr>
          </a:solidFill>
        </p:spPr>
        <p:txBody>
          <a:bodyPr lIns="288000" tIns="288000" rIns="288000" bIns="288000"/>
          <a:lstStyle>
            <a:lvl1pPr>
              <a:buClr>
                <a:schemeClr val="accent1"/>
              </a:buClr>
              <a:defRPr sz="16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G Inhalt + Bild">
    <p:spTree>
      <p:nvGrpSpPr>
        <p:cNvPr id="1" name=""/>
        <p:cNvGrpSpPr/>
        <p:nvPr/>
      </p:nvGrpSpPr>
      <p:grpSpPr>
        <a:xfrm>
          <a:off x="0" y="0"/>
          <a:ext cx="0" cy="0"/>
          <a:chOff x="0" y="0"/>
          <a:chExt cx="0" cy="0"/>
        </a:xfrm>
      </p:grpSpPr>
      <p:sp>
        <p:nvSpPr>
          <p:cNvPr id="5" name="Rechteck 4"/>
          <p:cNvSpPr/>
          <p:nvPr userDrawn="1"/>
        </p:nvSpPr>
        <p:spPr bwMode="gray">
          <a:xfrm>
            <a:off x="400693" y="1181528"/>
            <a:ext cx="1654139" cy="246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11" name="Bildplatzhalter 3"/>
          <p:cNvSpPr>
            <a:spLocks noGrp="1"/>
          </p:cNvSpPr>
          <p:nvPr>
            <p:ph type="pic" sz="quarter" idx="19" hasCustomPrompt="1"/>
          </p:nvPr>
        </p:nvSpPr>
        <p:spPr bwMode="gray">
          <a:xfrm>
            <a:off x="6252000" y="1287552"/>
            <a:ext cx="5400000" cy="2160000"/>
          </a:xfrm>
          <a:prstGeom prst="roundRect">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4" name="Bildplatzhalter 3"/>
          <p:cNvSpPr>
            <a:spLocks noGrp="1"/>
          </p:cNvSpPr>
          <p:nvPr>
            <p:ph type="pic" sz="quarter" idx="20" hasCustomPrompt="1"/>
          </p:nvPr>
        </p:nvSpPr>
        <p:spPr bwMode="gray">
          <a:xfrm>
            <a:off x="6252000" y="3708000"/>
            <a:ext cx="5400000" cy="2160000"/>
          </a:xfrm>
          <a:prstGeom prst="roundRect">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4" name="Bildplatzhalter 3"/>
          <p:cNvSpPr>
            <a:spLocks noGrp="1" noChangeAspect="1"/>
          </p:cNvSpPr>
          <p:nvPr>
            <p:ph type="pic" sz="quarter" idx="10" hasCustomPrompt="1"/>
          </p:nvPr>
        </p:nvSpPr>
        <p:spPr bwMode="gray">
          <a:xfrm>
            <a:off x="540000" y="1255589"/>
            <a:ext cx="5400000" cy="4580444"/>
          </a:xfrm>
          <a:prstGeom prst="roundRect">
            <a:avLst>
              <a:gd name="adj" fmla="val 7684"/>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7" name="Textplatzhalter 11"/>
          <p:cNvSpPr>
            <a:spLocks noGrp="1"/>
          </p:cNvSpPr>
          <p:nvPr>
            <p:ph type="body" sz="quarter" idx="21" hasCustomPrompt="1"/>
          </p:nvPr>
        </p:nvSpPr>
        <p:spPr bwMode="gray">
          <a:xfrm>
            <a:off x="540000" y="5183308"/>
            <a:ext cx="5400000" cy="684694"/>
          </a:xfrm>
          <a:solidFill>
            <a:schemeClr val="bg1">
              <a:alpha val="90000"/>
            </a:schemeClr>
          </a:solidFill>
        </p:spPr>
        <p:txBody>
          <a:bodyPr wrap="square" lIns="180000" tIns="180000" rIns="180000" bIns="180000" anchor="b" anchorCtr="0">
            <a:spAutoFit/>
          </a:bodyPr>
          <a:lstStyle>
            <a:lvl1pPr marL="0" indent="0">
              <a:buNone/>
              <a:defRPr b="1">
                <a:solidFill>
                  <a:schemeClr val="tx1"/>
                </a:solidFill>
              </a:defRPr>
            </a:lvl1pPr>
            <a:lvl2pPr marL="450215" indent="0">
              <a:buNone/>
              <a:defRPr/>
            </a:lvl2pPr>
          </a:lstStyle>
          <a:p>
            <a:pPr lvl="0"/>
            <a:r>
              <a:rPr lang="de-DE" dirty="0"/>
              <a:t>Bildbeschreibung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Balken + Inhal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5" name="Textplatzhalter 17"/>
          <p:cNvSpPr>
            <a:spLocks noGrp="1"/>
          </p:cNvSpPr>
          <p:nvPr>
            <p:ph type="body" sz="quarter" idx="28" hasCustomPrompt="1"/>
          </p:nvPr>
        </p:nvSpPr>
        <p:spPr bwMode="gray">
          <a:xfrm>
            <a:off x="1126997" y="1837821"/>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6" name="Textplatzhalter 13"/>
          <p:cNvSpPr>
            <a:spLocks noGrp="1"/>
          </p:cNvSpPr>
          <p:nvPr>
            <p:ph type="body" sz="quarter" idx="22" hasCustomPrompt="1"/>
          </p:nvPr>
        </p:nvSpPr>
        <p:spPr bwMode="gray">
          <a:xfrm>
            <a:off x="1126997" y="2083134"/>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0" name="Textplatzhalter 17"/>
          <p:cNvSpPr>
            <a:spLocks noGrp="1"/>
          </p:cNvSpPr>
          <p:nvPr>
            <p:ph type="body" sz="quarter" idx="29" hasCustomPrompt="1"/>
          </p:nvPr>
        </p:nvSpPr>
        <p:spPr bwMode="gray">
          <a:xfrm>
            <a:off x="4991367" y="1948277"/>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2" name="Textplatzhalter 17"/>
          <p:cNvSpPr>
            <a:spLocks noGrp="1"/>
          </p:cNvSpPr>
          <p:nvPr>
            <p:ph type="body" sz="quarter" idx="31" hasCustomPrompt="1"/>
          </p:nvPr>
        </p:nvSpPr>
        <p:spPr bwMode="gray">
          <a:xfrm>
            <a:off x="1126997" y="2560565"/>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4" name="Textplatzhalter 13"/>
          <p:cNvSpPr>
            <a:spLocks noGrp="1"/>
          </p:cNvSpPr>
          <p:nvPr>
            <p:ph type="body" sz="quarter" idx="32" hasCustomPrompt="1"/>
          </p:nvPr>
        </p:nvSpPr>
        <p:spPr bwMode="gray">
          <a:xfrm>
            <a:off x="1126997" y="2805878"/>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15" name="Textplatzhalter 17"/>
          <p:cNvSpPr>
            <a:spLocks noGrp="1"/>
          </p:cNvSpPr>
          <p:nvPr>
            <p:ph type="body" sz="quarter" idx="33" hasCustomPrompt="1"/>
          </p:nvPr>
        </p:nvSpPr>
        <p:spPr bwMode="gray">
          <a:xfrm>
            <a:off x="4991367" y="2671021"/>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7" name="Textplatzhalter 17"/>
          <p:cNvSpPr>
            <a:spLocks noGrp="1"/>
          </p:cNvSpPr>
          <p:nvPr>
            <p:ph type="body" sz="quarter" idx="35" hasCustomPrompt="1"/>
          </p:nvPr>
        </p:nvSpPr>
        <p:spPr bwMode="gray">
          <a:xfrm>
            <a:off x="1126997" y="3283309"/>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8" name="Textplatzhalter 13"/>
          <p:cNvSpPr>
            <a:spLocks noGrp="1"/>
          </p:cNvSpPr>
          <p:nvPr>
            <p:ph type="body" sz="quarter" idx="36" hasCustomPrompt="1"/>
          </p:nvPr>
        </p:nvSpPr>
        <p:spPr bwMode="gray">
          <a:xfrm>
            <a:off x="1126997" y="3528622"/>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9" name="Textplatzhalter 17"/>
          <p:cNvSpPr>
            <a:spLocks noGrp="1"/>
          </p:cNvSpPr>
          <p:nvPr>
            <p:ph type="body" sz="quarter" idx="37" hasCustomPrompt="1"/>
          </p:nvPr>
        </p:nvSpPr>
        <p:spPr bwMode="gray">
          <a:xfrm>
            <a:off x="4991367" y="3393765"/>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1" name="Textplatzhalter 17"/>
          <p:cNvSpPr>
            <a:spLocks noGrp="1"/>
          </p:cNvSpPr>
          <p:nvPr>
            <p:ph type="body" sz="quarter" idx="39" hasCustomPrompt="1"/>
          </p:nvPr>
        </p:nvSpPr>
        <p:spPr bwMode="gray">
          <a:xfrm>
            <a:off x="1126997" y="4006053"/>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2" name="Textplatzhalter 13"/>
          <p:cNvSpPr>
            <a:spLocks noGrp="1"/>
          </p:cNvSpPr>
          <p:nvPr>
            <p:ph type="body" sz="quarter" idx="40" hasCustomPrompt="1"/>
          </p:nvPr>
        </p:nvSpPr>
        <p:spPr bwMode="gray">
          <a:xfrm>
            <a:off x="1126997" y="4251366"/>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23" name="Textplatzhalter 17"/>
          <p:cNvSpPr>
            <a:spLocks noGrp="1"/>
          </p:cNvSpPr>
          <p:nvPr>
            <p:ph type="body" sz="quarter" idx="41" hasCustomPrompt="1"/>
          </p:nvPr>
        </p:nvSpPr>
        <p:spPr bwMode="gray">
          <a:xfrm>
            <a:off x="4991367" y="4116509"/>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5" name="Textplatzhalter 17"/>
          <p:cNvSpPr>
            <a:spLocks noGrp="1"/>
          </p:cNvSpPr>
          <p:nvPr>
            <p:ph type="body" sz="quarter" idx="43" hasCustomPrompt="1"/>
          </p:nvPr>
        </p:nvSpPr>
        <p:spPr bwMode="gray">
          <a:xfrm>
            <a:off x="1126997" y="4728797"/>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6" name="Textplatzhalter 13"/>
          <p:cNvSpPr>
            <a:spLocks noGrp="1"/>
          </p:cNvSpPr>
          <p:nvPr>
            <p:ph type="body" sz="quarter" idx="44" hasCustomPrompt="1"/>
          </p:nvPr>
        </p:nvSpPr>
        <p:spPr bwMode="gray">
          <a:xfrm>
            <a:off x="1126997" y="4974110"/>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27" name="Textplatzhalter 17"/>
          <p:cNvSpPr>
            <a:spLocks noGrp="1"/>
          </p:cNvSpPr>
          <p:nvPr>
            <p:ph type="body" sz="quarter" idx="45" hasCustomPrompt="1"/>
          </p:nvPr>
        </p:nvSpPr>
        <p:spPr bwMode="gray">
          <a:xfrm>
            <a:off x="4991367" y="4839253"/>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9" name="Textplatzhalter 17"/>
          <p:cNvSpPr>
            <a:spLocks noGrp="1"/>
          </p:cNvSpPr>
          <p:nvPr>
            <p:ph type="body" sz="quarter" idx="47" hasCustomPrompt="1"/>
          </p:nvPr>
        </p:nvSpPr>
        <p:spPr bwMode="gray">
          <a:xfrm>
            <a:off x="1126997" y="5451543"/>
            <a:ext cx="360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30" name="Textplatzhalter 13"/>
          <p:cNvSpPr>
            <a:spLocks noGrp="1"/>
          </p:cNvSpPr>
          <p:nvPr>
            <p:ph type="body" sz="quarter" idx="48" hasCustomPrompt="1"/>
          </p:nvPr>
        </p:nvSpPr>
        <p:spPr bwMode="gray">
          <a:xfrm>
            <a:off x="1126997" y="5696856"/>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31" name="Textplatzhalter 17"/>
          <p:cNvSpPr>
            <a:spLocks noGrp="1"/>
          </p:cNvSpPr>
          <p:nvPr>
            <p:ph type="body" sz="quarter" idx="49" hasCustomPrompt="1"/>
          </p:nvPr>
        </p:nvSpPr>
        <p:spPr bwMode="gray">
          <a:xfrm>
            <a:off x="4991367" y="5561999"/>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33" name="Inhaltsplatzhalter 5"/>
          <p:cNvSpPr>
            <a:spLocks noGrp="1"/>
          </p:cNvSpPr>
          <p:nvPr>
            <p:ph sz="quarter" idx="50" hasCustomPrompt="1"/>
          </p:nvPr>
        </p:nvSpPr>
        <p:spPr bwMode="gray">
          <a:xfrm>
            <a:off x="6576000" y="3895883"/>
            <a:ext cx="5076000" cy="1972118"/>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oAutofit/>
          </a:bodyPr>
          <a:lstStyle>
            <a:lvl1pPr algn="l">
              <a:defRPr/>
            </a:lvl1pPr>
            <a:lvl2pPr algn="l">
              <a:defRPr/>
            </a:lvl2pPr>
            <a:lvl3pPr algn="l">
              <a:defRPr/>
            </a:lvl3pPr>
            <a:lvl4pPr algn="l">
              <a:defRPr/>
            </a:lvl4pPr>
            <a:lvl5pPr algn="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4"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Balken + Bild">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6" name="Bildplatzhalter 3"/>
          <p:cNvSpPr>
            <a:spLocks noGrp="1" noChangeAspect="1"/>
          </p:cNvSpPr>
          <p:nvPr>
            <p:ph type="pic" sz="quarter" idx="10" hasCustomPrompt="1"/>
          </p:nvPr>
        </p:nvSpPr>
        <p:spPr bwMode="gray">
          <a:xfrm>
            <a:off x="538167" y="1847527"/>
            <a:ext cx="4183127" cy="3638841"/>
          </a:xfrm>
          <a:prstGeom prst="round2DiagRect">
            <a:avLst>
              <a:gd name="adj1" fmla="val 0"/>
              <a:gd name="adj2" fmla="val 14135"/>
            </a:avLst>
          </a:prstGeom>
          <a:no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0" name="Textplatzhalter 17"/>
          <p:cNvSpPr>
            <a:spLocks noGrp="1"/>
          </p:cNvSpPr>
          <p:nvPr>
            <p:ph type="body" sz="quarter" idx="28" hasCustomPrompt="1"/>
          </p:nvPr>
        </p:nvSpPr>
        <p:spPr bwMode="gray">
          <a:xfrm>
            <a:off x="5322707" y="2502995"/>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1" name="Textplatzhalter 13"/>
          <p:cNvSpPr>
            <a:spLocks noGrp="1"/>
          </p:cNvSpPr>
          <p:nvPr>
            <p:ph type="body" sz="quarter" idx="22" hasCustomPrompt="1"/>
          </p:nvPr>
        </p:nvSpPr>
        <p:spPr bwMode="gray">
          <a:xfrm>
            <a:off x="5322707" y="2748308"/>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2" name="Textplatzhalter 17"/>
          <p:cNvSpPr>
            <a:spLocks noGrp="1"/>
          </p:cNvSpPr>
          <p:nvPr>
            <p:ph type="body" sz="quarter" idx="29" hasCustomPrompt="1"/>
          </p:nvPr>
        </p:nvSpPr>
        <p:spPr bwMode="gray">
          <a:xfrm>
            <a:off x="10659551" y="2613451"/>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4" name="Textplatzhalter 17"/>
          <p:cNvSpPr>
            <a:spLocks noGrp="1"/>
          </p:cNvSpPr>
          <p:nvPr>
            <p:ph type="body" sz="quarter" idx="31" hasCustomPrompt="1"/>
          </p:nvPr>
        </p:nvSpPr>
        <p:spPr bwMode="gray">
          <a:xfrm>
            <a:off x="5322707" y="3225739"/>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5" name="Textplatzhalter 13"/>
          <p:cNvSpPr>
            <a:spLocks noGrp="1"/>
          </p:cNvSpPr>
          <p:nvPr>
            <p:ph type="body" sz="quarter" idx="32" hasCustomPrompt="1"/>
          </p:nvPr>
        </p:nvSpPr>
        <p:spPr bwMode="gray">
          <a:xfrm>
            <a:off x="5322707" y="3471052"/>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16" name="Textplatzhalter 17"/>
          <p:cNvSpPr>
            <a:spLocks noGrp="1"/>
          </p:cNvSpPr>
          <p:nvPr>
            <p:ph type="body" sz="quarter" idx="33" hasCustomPrompt="1"/>
          </p:nvPr>
        </p:nvSpPr>
        <p:spPr bwMode="gray">
          <a:xfrm>
            <a:off x="10659551" y="3336195"/>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17" name="Textplatzhalter 17"/>
          <p:cNvSpPr>
            <a:spLocks noGrp="1"/>
          </p:cNvSpPr>
          <p:nvPr>
            <p:ph type="body" sz="quarter" idx="35" hasCustomPrompt="1"/>
          </p:nvPr>
        </p:nvSpPr>
        <p:spPr bwMode="gray">
          <a:xfrm>
            <a:off x="5322707" y="3948483"/>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8" name="Textplatzhalter 13"/>
          <p:cNvSpPr>
            <a:spLocks noGrp="1"/>
          </p:cNvSpPr>
          <p:nvPr>
            <p:ph type="body" sz="quarter" idx="36" hasCustomPrompt="1"/>
          </p:nvPr>
        </p:nvSpPr>
        <p:spPr bwMode="gray">
          <a:xfrm>
            <a:off x="5322707" y="4193796"/>
            <a:ext cx="720000" cy="54000"/>
          </a:xfrm>
          <a:prstGeom prst="roundRect">
            <a:avLst>
              <a:gd name="adj" fmla="val 50000"/>
            </a:avLst>
          </a:prstGeom>
          <a:solidFill>
            <a:schemeClr val="accent1"/>
          </a:solidFill>
        </p:spPr>
        <p:txBody>
          <a:bodyPr/>
          <a:lstStyle>
            <a:lvl1pPr marL="0" indent="0">
              <a:buNone/>
              <a:defRPr/>
            </a:lvl1pPr>
          </a:lstStyle>
          <a:p>
            <a:pPr lvl="0"/>
            <a:r>
              <a:rPr lang="de-DE" dirty="0"/>
              <a:t> </a:t>
            </a:r>
          </a:p>
        </p:txBody>
      </p:sp>
      <p:sp>
        <p:nvSpPr>
          <p:cNvPr id="19" name="Textplatzhalter 17"/>
          <p:cNvSpPr>
            <a:spLocks noGrp="1"/>
          </p:cNvSpPr>
          <p:nvPr>
            <p:ph type="body" sz="quarter" idx="37" hasCustomPrompt="1"/>
          </p:nvPr>
        </p:nvSpPr>
        <p:spPr bwMode="gray">
          <a:xfrm>
            <a:off x="10659551" y="4058939"/>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20" name="Textplatzhalter 17"/>
          <p:cNvSpPr>
            <a:spLocks noGrp="1"/>
          </p:cNvSpPr>
          <p:nvPr>
            <p:ph type="body" sz="quarter" idx="39" hasCustomPrompt="1"/>
          </p:nvPr>
        </p:nvSpPr>
        <p:spPr bwMode="gray">
          <a:xfrm>
            <a:off x="5322707" y="4671227"/>
            <a:ext cx="5040000" cy="169508"/>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1" name="Textplatzhalter 13"/>
          <p:cNvSpPr>
            <a:spLocks noGrp="1"/>
          </p:cNvSpPr>
          <p:nvPr>
            <p:ph type="body" sz="quarter" idx="40" hasCustomPrompt="1"/>
          </p:nvPr>
        </p:nvSpPr>
        <p:spPr bwMode="gray">
          <a:xfrm>
            <a:off x="5322707" y="4916540"/>
            <a:ext cx="720000" cy="54000"/>
          </a:xfrm>
          <a:prstGeom prst="roundRect">
            <a:avLst>
              <a:gd name="adj" fmla="val 50000"/>
            </a:avLst>
          </a:prstGeom>
          <a:solidFill>
            <a:schemeClr val="tx1"/>
          </a:solidFill>
        </p:spPr>
        <p:txBody>
          <a:bodyPr/>
          <a:lstStyle>
            <a:lvl1pPr marL="0" indent="0">
              <a:buNone/>
              <a:defRPr/>
            </a:lvl1pPr>
          </a:lstStyle>
          <a:p>
            <a:pPr lvl="0"/>
            <a:r>
              <a:rPr lang="de-DE" dirty="0"/>
              <a:t> </a:t>
            </a:r>
          </a:p>
        </p:txBody>
      </p:sp>
      <p:sp>
        <p:nvSpPr>
          <p:cNvPr id="22" name="Textplatzhalter 17"/>
          <p:cNvSpPr>
            <a:spLocks noGrp="1"/>
          </p:cNvSpPr>
          <p:nvPr>
            <p:ph type="body" sz="quarter" idx="41" hasCustomPrompt="1"/>
          </p:nvPr>
        </p:nvSpPr>
        <p:spPr bwMode="gray">
          <a:xfrm>
            <a:off x="10659551" y="4781683"/>
            <a:ext cx="900000" cy="306000"/>
          </a:xfrm>
        </p:spPr>
        <p:txBody>
          <a:bodyPr anchor="ctr"/>
          <a:lstStyle>
            <a:lvl1pPr marL="0" indent="0">
              <a:lnSpc>
                <a:spcPct val="90000"/>
              </a:lnSpc>
              <a:buNone/>
              <a:defRPr b="1"/>
            </a:lvl1pPr>
            <a:lvl2pPr marL="450215" indent="0">
              <a:buNone/>
              <a:defRPr/>
            </a:lvl2pPr>
          </a:lstStyle>
          <a:p>
            <a:pPr lvl="0"/>
            <a:r>
              <a:rPr lang="de-DE" dirty="0"/>
              <a:t>Text</a:t>
            </a:r>
          </a:p>
        </p:txBody>
      </p:sp>
      <p:sp>
        <p:nvSpPr>
          <p:cNvPr id="3"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5"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Smartphone + Text">
    <p:spTree>
      <p:nvGrpSpPr>
        <p:cNvPr id="1" name=""/>
        <p:cNvGrpSpPr/>
        <p:nvPr/>
      </p:nvGrpSpPr>
      <p:grpSpPr>
        <a:xfrm>
          <a:off x="0" y="0"/>
          <a:ext cx="0" cy="0"/>
          <a:chOff x="0" y="0"/>
          <a:chExt cx="0" cy="0"/>
        </a:xfrm>
      </p:grpSpPr>
      <p:sp>
        <p:nvSpPr>
          <p:cNvPr id="10" name="Freeform: Shape 8"/>
          <p:cNvSpPr/>
          <p:nvPr userDrawn="1"/>
        </p:nvSpPr>
        <p:spPr bwMode="gray">
          <a:xfrm>
            <a:off x="5" y="1115120"/>
            <a:ext cx="4994031" cy="4258793"/>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pic>
        <p:nvPicPr>
          <p:cNvPr id="4" name="Grafik 3"/>
          <p:cNvPicPr>
            <a:picLocks noChangeAspect="1"/>
          </p:cNvPicPr>
          <p:nvPr userDrawn="1"/>
        </p:nvPicPr>
        <p:blipFill rotWithShape="1">
          <a:blip r:embed="rId2" cstate="screen"/>
          <a:srcRect l="29347" r="29869"/>
          <a:stretch>
            <a:fillRect/>
          </a:stretch>
        </p:blipFill>
        <p:spPr bwMode="gray">
          <a:xfrm>
            <a:off x="2908271" y="526552"/>
            <a:ext cx="2998856" cy="5612946"/>
          </a:xfrm>
          <a:prstGeom prst="rect">
            <a:avLst/>
          </a:prstGeom>
        </p:spPr>
      </p:pic>
      <p:sp>
        <p:nvSpPr>
          <p:cNvPr id="5" name="Bildplatzhalter 15"/>
          <p:cNvSpPr>
            <a:spLocks noGrp="1"/>
          </p:cNvSpPr>
          <p:nvPr>
            <p:ph type="pic" sz="quarter" idx="19" hasCustomPrompt="1"/>
          </p:nvPr>
        </p:nvSpPr>
        <p:spPr bwMode="gray">
          <a:xfrm>
            <a:off x="3310313" y="1267224"/>
            <a:ext cx="2262659" cy="3950316"/>
          </a:xfrm>
          <a:prstGeom prst="rect">
            <a:avLst/>
          </a:prstGeom>
          <a:solidFill>
            <a:srgbClr val="FAFAFA"/>
          </a:solidFill>
        </p:spPr>
        <p:txBody>
          <a:bodyPr>
            <a:normAutofit/>
          </a:bodyPr>
          <a:lstStyle>
            <a:lvl1pPr marL="0" indent="0">
              <a:buNone/>
              <a:defRPr sz="1400">
                <a:latin typeface="Meta OT" panose="020B0504030101020104" pitchFamily="34" charset="0"/>
              </a:defRPr>
            </a:lvl1pPr>
          </a:lstStyle>
          <a:p>
            <a:r>
              <a:rPr lang="de-DE" dirty="0"/>
              <a:t>Bildplatzhalter:</a:t>
            </a:r>
            <a:br>
              <a:rPr lang="de-DE" dirty="0"/>
            </a:br>
            <a:r>
              <a:rPr lang="de-DE" dirty="0"/>
              <a:t>Bild durch Klicken auf Symbol hinzufügen</a:t>
            </a:r>
          </a:p>
        </p:txBody>
      </p:sp>
      <p:sp>
        <p:nvSpPr>
          <p:cNvPr id="11" name="Textplatzhalter 17"/>
          <p:cNvSpPr>
            <a:spLocks noGrp="1"/>
          </p:cNvSpPr>
          <p:nvPr>
            <p:ph type="body" sz="quarter" idx="25" hasCustomPrompt="1"/>
          </p:nvPr>
        </p:nvSpPr>
        <p:spPr bwMode="gray">
          <a:xfrm>
            <a:off x="540000" y="1984510"/>
            <a:ext cx="2436160" cy="2520000"/>
          </a:xfrm>
        </p:spPr>
        <p:txBody>
          <a:bodyPr anchor="ctr"/>
          <a:lstStyle>
            <a:lvl1pPr marL="0" indent="0">
              <a:lnSpc>
                <a:spcPct val="90000"/>
              </a:lnSpc>
              <a:buNone/>
              <a:defRPr sz="2800" b="1">
                <a:solidFill>
                  <a:schemeClr val="bg1"/>
                </a:solidFill>
              </a:defRPr>
            </a:lvl1pPr>
            <a:lvl2pPr marL="450215" indent="0">
              <a:buNone/>
              <a:defRPr/>
            </a:lvl2pPr>
          </a:lstStyle>
          <a:p>
            <a:pPr lvl="0"/>
            <a:r>
              <a:rPr lang="de-DE" dirty="0"/>
              <a:t>Mastertextformat bearbeiten</a:t>
            </a:r>
          </a:p>
        </p:txBody>
      </p:sp>
      <p:sp>
        <p:nvSpPr>
          <p:cNvPr id="15" name="Textplatzhalter 17"/>
          <p:cNvSpPr>
            <a:spLocks noGrp="1"/>
          </p:cNvSpPr>
          <p:nvPr>
            <p:ph type="body" sz="quarter" idx="26" hasCustomPrompt="1"/>
          </p:nvPr>
        </p:nvSpPr>
        <p:spPr bwMode="gray">
          <a:xfrm>
            <a:off x="7483733" y="1790787"/>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18" name="Textplatzhalter 17"/>
          <p:cNvSpPr>
            <a:spLocks noGrp="1"/>
          </p:cNvSpPr>
          <p:nvPr>
            <p:ph type="body" sz="quarter" idx="28" hasCustomPrompt="1"/>
          </p:nvPr>
        </p:nvSpPr>
        <p:spPr bwMode="gray">
          <a:xfrm>
            <a:off x="7483733" y="2082089"/>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19" name="Textplatzhalter 17"/>
          <p:cNvSpPr>
            <a:spLocks noGrp="1"/>
          </p:cNvSpPr>
          <p:nvPr>
            <p:ph type="body" sz="quarter" idx="29" hasCustomPrompt="1"/>
          </p:nvPr>
        </p:nvSpPr>
        <p:spPr bwMode="gray">
          <a:xfrm>
            <a:off x="7483733" y="3074635"/>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1" name="Textplatzhalter 17"/>
          <p:cNvSpPr>
            <a:spLocks noGrp="1"/>
          </p:cNvSpPr>
          <p:nvPr>
            <p:ph type="body" sz="quarter" idx="31" hasCustomPrompt="1"/>
          </p:nvPr>
        </p:nvSpPr>
        <p:spPr bwMode="gray">
          <a:xfrm>
            <a:off x="7483733" y="3365937"/>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2" name="Textplatzhalter 17"/>
          <p:cNvSpPr>
            <a:spLocks noGrp="1"/>
          </p:cNvSpPr>
          <p:nvPr>
            <p:ph type="body" sz="quarter" idx="32" hasCustomPrompt="1"/>
          </p:nvPr>
        </p:nvSpPr>
        <p:spPr bwMode="gray">
          <a:xfrm>
            <a:off x="7483733" y="4358482"/>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4" name="Textplatzhalter 17"/>
          <p:cNvSpPr>
            <a:spLocks noGrp="1"/>
          </p:cNvSpPr>
          <p:nvPr>
            <p:ph type="body" sz="quarter" idx="34" hasCustomPrompt="1"/>
          </p:nvPr>
        </p:nvSpPr>
        <p:spPr bwMode="gray">
          <a:xfrm>
            <a:off x="7483733" y="4649784"/>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ildschirm + Tex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pic>
        <p:nvPicPr>
          <p:cNvPr id="3" name="Grafik 2" descr="Ein Bild, das Text, Screenshot, Anzeige, Bilderrahmen enthält.&#10;&#10;Automatisch generierte Beschreibung"/>
          <p:cNvPicPr>
            <a:picLocks noChangeAspect="1"/>
          </p:cNvPicPr>
          <p:nvPr userDrawn="1"/>
        </p:nvPicPr>
        <p:blipFill rotWithShape="1">
          <a:blip r:embed="rId2">
            <a:extLst>
              <a:ext uri="{28A0092B-C50C-407E-A947-70E740481C1C}">
                <a14:useLocalDpi xmlns:a14="http://schemas.microsoft.com/office/drawing/2010/main" val="0"/>
              </a:ext>
            </a:extLst>
          </a:blip>
          <a:srcRect l="13335" t="-243" r="-4968" b="243"/>
          <a:stretch>
            <a:fillRect/>
          </a:stretch>
        </p:blipFill>
        <p:spPr bwMode="gray">
          <a:xfrm>
            <a:off x="1" y="903491"/>
            <a:ext cx="5580931" cy="4868535"/>
          </a:xfrm>
          <a:prstGeom prst="rect">
            <a:avLst/>
          </a:prstGeom>
        </p:spPr>
      </p:pic>
      <p:sp>
        <p:nvSpPr>
          <p:cNvPr id="6" name="Bildplatzhalter 5"/>
          <p:cNvSpPr>
            <a:spLocks noGrp="1"/>
          </p:cNvSpPr>
          <p:nvPr>
            <p:ph type="pic" sz="quarter" idx="10" hasCustomPrompt="1"/>
          </p:nvPr>
        </p:nvSpPr>
        <p:spPr bwMode="gray">
          <a:xfrm>
            <a:off x="1" y="1130325"/>
            <a:ext cx="5123731" cy="3263006"/>
          </a:xfrm>
          <a:prstGeom prst="rect">
            <a:avLst/>
          </a:prstGeom>
          <a:solidFill>
            <a:srgbClr val="262626"/>
          </a:solidFill>
        </p:spPr>
        <p:txBody>
          <a:bodyPr>
            <a:normAutofit/>
          </a:bodyPr>
          <a:lstStyle>
            <a:lvl1pPr marL="0" indent="0" algn="ctr">
              <a:buNone/>
              <a:defRPr sz="1400" b="1">
                <a:solidFill>
                  <a:schemeClr val="bg1"/>
                </a:solidFill>
                <a:latin typeface="Meta OT" panose="020B0504030101020104" pitchFamily="34" charset="0"/>
              </a:defRPr>
            </a:lvl1pPr>
          </a:lstStyle>
          <a:p>
            <a:br>
              <a:rPr lang="de-DE" dirty="0"/>
            </a:br>
            <a:r>
              <a:rPr lang="de-DE" dirty="0"/>
              <a:t>Bildplatzhalter:</a:t>
            </a:r>
            <a:br>
              <a:rPr lang="de-DE" dirty="0"/>
            </a:br>
            <a:r>
              <a:rPr lang="de-DE" dirty="0"/>
              <a:t>Bild durch Klicken auf Symbol hinzufügen</a:t>
            </a:r>
          </a:p>
        </p:txBody>
      </p:sp>
      <p:pic>
        <p:nvPicPr>
          <p:cNvPr id="13" name="Grafik 12"/>
          <p:cNvPicPr>
            <a:picLocks noChangeAspect="1"/>
          </p:cNvPicPr>
          <p:nvPr userDrawn="1"/>
        </p:nvPicPr>
        <p:blipFill>
          <a:blip r:embed="rId3" cstate="screen"/>
          <a:stretch>
            <a:fillRect/>
          </a:stretch>
        </p:blipFill>
        <p:spPr bwMode="gray">
          <a:xfrm>
            <a:off x="3010641" y="4374565"/>
            <a:ext cx="1968871" cy="1502904"/>
          </a:xfrm>
          <a:prstGeom prst="rect">
            <a:avLst/>
          </a:prstGeom>
        </p:spPr>
      </p:pic>
      <p:sp>
        <p:nvSpPr>
          <p:cNvPr id="14" name="Bildplatzhalter 29"/>
          <p:cNvSpPr>
            <a:spLocks noGrp="1"/>
          </p:cNvSpPr>
          <p:nvPr>
            <p:ph type="pic" sz="quarter" idx="31" hasCustomPrompt="1"/>
          </p:nvPr>
        </p:nvSpPr>
        <p:spPr bwMode="gray">
          <a:xfrm>
            <a:off x="3690349" y="4567683"/>
            <a:ext cx="617847" cy="1066035"/>
          </a:xfrm>
          <a:prstGeom prst="rect">
            <a:avLst/>
          </a:prstGeom>
          <a:solidFill>
            <a:srgbClr val="FAFAFA"/>
          </a:solidFill>
        </p:spPr>
        <p:txBody>
          <a:bodyPr/>
          <a:lstStyle>
            <a:lvl1pPr marL="0" indent="0">
              <a:buNone/>
              <a:defRPr sz="1400">
                <a:latin typeface="Meta OT" panose="020B0504030101020104" pitchFamily="34" charset="0"/>
              </a:defRPr>
            </a:lvl1pPr>
          </a:lstStyle>
          <a:p>
            <a:r>
              <a:rPr lang="de-DE" dirty="0"/>
              <a:t>Bildplatzhalter</a:t>
            </a:r>
          </a:p>
        </p:txBody>
      </p:sp>
      <p:sp>
        <p:nvSpPr>
          <p:cNvPr id="24" name="Textplatzhalter 17"/>
          <p:cNvSpPr>
            <a:spLocks noGrp="1"/>
          </p:cNvSpPr>
          <p:nvPr>
            <p:ph type="body" sz="quarter" idx="26" hasCustomPrompt="1"/>
          </p:nvPr>
        </p:nvSpPr>
        <p:spPr bwMode="gray">
          <a:xfrm>
            <a:off x="7483733" y="1790787"/>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6" name="Textplatzhalter 17"/>
          <p:cNvSpPr>
            <a:spLocks noGrp="1"/>
          </p:cNvSpPr>
          <p:nvPr>
            <p:ph type="body" sz="quarter" idx="28" hasCustomPrompt="1"/>
          </p:nvPr>
        </p:nvSpPr>
        <p:spPr bwMode="gray">
          <a:xfrm>
            <a:off x="7483733" y="2082089"/>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27" name="Textplatzhalter 17"/>
          <p:cNvSpPr>
            <a:spLocks noGrp="1"/>
          </p:cNvSpPr>
          <p:nvPr>
            <p:ph type="body" sz="quarter" idx="29" hasCustomPrompt="1"/>
          </p:nvPr>
        </p:nvSpPr>
        <p:spPr bwMode="gray">
          <a:xfrm>
            <a:off x="7483733" y="3074635"/>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29" name="Textplatzhalter 17"/>
          <p:cNvSpPr>
            <a:spLocks noGrp="1"/>
          </p:cNvSpPr>
          <p:nvPr>
            <p:ph type="body" sz="quarter" idx="32" hasCustomPrompt="1"/>
          </p:nvPr>
        </p:nvSpPr>
        <p:spPr bwMode="gray">
          <a:xfrm>
            <a:off x="7483733" y="3365937"/>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
        <p:nvSpPr>
          <p:cNvPr id="30" name="Textplatzhalter 17"/>
          <p:cNvSpPr>
            <a:spLocks noGrp="1"/>
          </p:cNvSpPr>
          <p:nvPr>
            <p:ph type="body" sz="quarter" idx="33" hasCustomPrompt="1"/>
          </p:nvPr>
        </p:nvSpPr>
        <p:spPr bwMode="gray">
          <a:xfrm>
            <a:off x="7483733" y="4358482"/>
            <a:ext cx="4168271" cy="252000"/>
          </a:xfrm>
        </p:spPr>
        <p:txBody>
          <a:bodyPr anchor="t"/>
          <a:lstStyle>
            <a:lvl1pPr marL="0" indent="0">
              <a:lnSpc>
                <a:spcPct val="90000"/>
              </a:lnSpc>
              <a:spcAft>
                <a:spcPts val="0"/>
              </a:spcAft>
              <a:buNone/>
              <a:defRPr sz="1800" b="1" cap="all" baseline="0">
                <a:solidFill>
                  <a:schemeClr val="accent1"/>
                </a:solidFill>
              </a:defRPr>
            </a:lvl1pPr>
            <a:lvl2pPr marL="450215" indent="0">
              <a:buNone/>
              <a:defRPr/>
            </a:lvl2pPr>
          </a:lstStyle>
          <a:p>
            <a:pPr lvl="0"/>
            <a:r>
              <a:rPr lang="de-DE" dirty="0"/>
              <a:t>Mastertextformat bearbeiten</a:t>
            </a:r>
          </a:p>
        </p:txBody>
      </p:sp>
      <p:sp>
        <p:nvSpPr>
          <p:cNvPr id="32" name="Textplatzhalter 17"/>
          <p:cNvSpPr>
            <a:spLocks noGrp="1"/>
          </p:cNvSpPr>
          <p:nvPr>
            <p:ph type="body" sz="quarter" idx="35" hasCustomPrompt="1"/>
          </p:nvPr>
        </p:nvSpPr>
        <p:spPr bwMode="gray">
          <a:xfrm>
            <a:off x="7483733" y="4649784"/>
            <a:ext cx="4168271" cy="468000"/>
          </a:xfrm>
        </p:spPr>
        <p:txBody>
          <a:bodyPr anchor="t"/>
          <a:lstStyle>
            <a:lvl1pPr marL="0" indent="0">
              <a:lnSpc>
                <a:spcPct val="90000"/>
              </a:lnSpc>
              <a:buNone/>
              <a:defRPr/>
            </a:lvl1pPr>
            <a:lvl2pPr marL="450215" indent="0">
              <a:buNone/>
              <a:defRPr/>
            </a:lvl2pPr>
          </a:lstStyle>
          <a:p>
            <a:pPr lvl="0"/>
            <a:r>
              <a:rPr lang="de-DE" dirty="0"/>
              <a:t>Mastertextformat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4" name="Freeform: Shape 8"/>
          <p:cNvSpPr/>
          <p:nvPr userDrawn="1"/>
        </p:nvSpPr>
        <p:spPr bwMode="gray">
          <a:xfrm>
            <a:off x="-754380" y="1728000"/>
            <a:ext cx="5748411" cy="4140000"/>
          </a:xfrm>
          <a:prstGeom prst="roundRect">
            <a:avLst>
              <a:gd name="adj" fmla="val 948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5" name="Textplatzhalter 17"/>
          <p:cNvSpPr>
            <a:spLocks noGrp="1"/>
          </p:cNvSpPr>
          <p:nvPr>
            <p:ph type="body" sz="quarter" idx="25" hasCustomPrompt="1"/>
          </p:nvPr>
        </p:nvSpPr>
        <p:spPr bwMode="gray">
          <a:xfrm>
            <a:off x="540002" y="2416701"/>
            <a:ext cx="2735047" cy="1455502"/>
          </a:xfrm>
        </p:spPr>
        <p:txBody>
          <a:bodyPr anchor="b"/>
          <a:lstStyle>
            <a:lvl1pPr marL="0" indent="0" algn="r">
              <a:lnSpc>
                <a:spcPct val="90000"/>
              </a:lnSpc>
              <a:spcAft>
                <a:spcPts val="0"/>
              </a:spcAft>
              <a:buNone/>
              <a:defRPr sz="2800" b="1">
                <a:solidFill>
                  <a:schemeClr val="bg1"/>
                </a:solidFill>
              </a:defRPr>
            </a:lvl1pPr>
            <a:lvl2pPr marL="450215" indent="0">
              <a:buNone/>
              <a:defRPr/>
            </a:lvl2pPr>
          </a:lstStyle>
          <a:p>
            <a:pPr lvl="0"/>
            <a:r>
              <a:rPr lang="de-DE" dirty="0"/>
              <a:t>Vorname</a:t>
            </a:r>
            <a:br>
              <a:rPr lang="de-DE" dirty="0"/>
            </a:br>
            <a:r>
              <a:rPr lang="de-DE" dirty="0"/>
              <a:t>Name</a:t>
            </a:r>
          </a:p>
        </p:txBody>
      </p:sp>
      <p:sp>
        <p:nvSpPr>
          <p:cNvPr id="6" name="Inhaltsplatzhalter 5"/>
          <p:cNvSpPr>
            <a:spLocks noGrp="1"/>
          </p:cNvSpPr>
          <p:nvPr>
            <p:ph sz="quarter" idx="17" hasCustomPrompt="1"/>
          </p:nvPr>
        </p:nvSpPr>
        <p:spPr bwMode="gray">
          <a:xfrm>
            <a:off x="6612000" y="1728000"/>
            <a:ext cx="504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chor="ctr">
            <a:noAutofit/>
          </a:bodyPr>
          <a:lstStyle>
            <a:lvl1pPr marL="0" indent="0">
              <a:buNone/>
              <a:defRPr/>
            </a:lvl1pPr>
          </a:lstStyle>
          <a:p>
            <a:pPr lvl="0"/>
            <a:r>
              <a:rPr lang="de-DE" dirty="0"/>
              <a:t>Kontaktinformationen</a:t>
            </a:r>
          </a:p>
        </p:txBody>
      </p:sp>
      <p:sp>
        <p:nvSpPr>
          <p:cNvPr id="10" name="Bildplatzhalter 3"/>
          <p:cNvSpPr>
            <a:spLocks noGrp="1" noChangeAspect="1"/>
          </p:cNvSpPr>
          <p:nvPr>
            <p:ph type="pic" sz="quarter" idx="10" hasCustomPrompt="1"/>
          </p:nvPr>
        </p:nvSpPr>
        <p:spPr bwMode="gray">
          <a:xfrm>
            <a:off x="3795096" y="2599067"/>
            <a:ext cx="2397869" cy="2397869"/>
          </a:xfrm>
          <a:prstGeom prst="ellipse">
            <a:avLst/>
          </a:prstGeom>
          <a:solidFill>
            <a:schemeClr val="bg1"/>
          </a:solidFill>
          <a:ln w="63500">
            <a:solidFill>
              <a:schemeClr val="bg1"/>
            </a:solidFill>
          </a:ln>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1" name="Textplatzhalter 17"/>
          <p:cNvSpPr>
            <a:spLocks noGrp="1"/>
          </p:cNvSpPr>
          <p:nvPr>
            <p:ph type="body" sz="quarter" idx="26" hasCustomPrompt="1"/>
          </p:nvPr>
        </p:nvSpPr>
        <p:spPr bwMode="gray">
          <a:xfrm>
            <a:off x="540002" y="4189441"/>
            <a:ext cx="2735047" cy="205157"/>
          </a:xfrm>
        </p:spPr>
        <p:txBody>
          <a:bodyPr anchor="b"/>
          <a:lstStyle>
            <a:lvl1pPr marL="0" indent="0" algn="r">
              <a:lnSpc>
                <a:spcPct val="90000"/>
              </a:lnSpc>
              <a:buNone/>
              <a:defRPr sz="1400" b="0" cap="all" spc="300" baseline="0">
                <a:solidFill>
                  <a:schemeClr val="bg1"/>
                </a:solidFill>
              </a:defRPr>
            </a:lvl1pPr>
            <a:lvl2pPr marL="450215" indent="0">
              <a:buNone/>
              <a:defRPr/>
            </a:lvl2pPr>
          </a:lstStyle>
          <a:p>
            <a:pPr lvl="0"/>
            <a:r>
              <a:rPr lang="de-DE" dirty="0"/>
              <a:t>Position</a:t>
            </a:r>
          </a:p>
        </p:txBody>
      </p:sp>
      <p:cxnSp>
        <p:nvCxnSpPr>
          <p:cNvPr id="20" name="Straight Connector 8"/>
          <p:cNvCxnSpPr/>
          <p:nvPr userDrawn="1"/>
        </p:nvCxnSpPr>
        <p:spPr bwMode="gray">
          <a:xfrm>
            <a:off x="2555045" y="4032256"/>
            <a:ext cx="72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21"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Kontakt (hell)">
    <p:spTree>
      <p:nvGrpSpPr>
        <p:cNvPr id="1" name=""/>
        <p:cNvGrpSpPr/>
        <p:nvPr/>
      </p:nvGrpSpPr>
      <p:grpSpPr>
        <a:xfrm>
          <a:off x="0" y="0"/>
          <a:ext cx="0" cy="0"/>
          <a:chOff x="0" y="0"/>
          <a:chExt cx="0" cy="0"/>
        </a:xfrm>
      </p:grpSpPr>
      <p:sp>
        <p:nvSpPr>
          <p:cNvPr id="3" name="Freeform: Shape 8"/>
          <p:cNvSpPr/>
          <p:nvPr userDrawn="1"/>
        </p:nvSpPr>
        <p:spPr bwMode="gray">
          <a:xfrm>
            <a:off x="-754380" y="1728000"/>
            <a:ext cx="5748411" cy="4140000"/>
          </a:xfrm>
          <a:prstGeom prst="roundRect">
            <a:avLst>
              <a:gd name="adj" fmla="val 948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7" name="Datumsplatzhalter 6"/>
          <p:cNvSpPr>
            <a:spLocks noGrp="1"/>
          </p:cNvSpPr>
          <p:nvPr>
            <p:ph type="dt" sz="half" idx="14"/>
          </p:nvPr>
        </p:nvSpPr>
        <p:spPr bwMode="gray"/>
        <p:txBody>
          <a:bodyPr/>
          <a:lstStyle/>
          <a:p>
            <a:r>
              <a:rPr lang="en-US" noProof="0"/>
              <a:t>3rd December 2024</a:t>
            </a:r>
            <a:endParaRPr lang="de-DE" noProof="0" dirty="0"/>
          </a:p>
        </p:txBody>
      </p:sp>
      <p:sp>
        <p:nvSpPr>
          <p:cNvPr id="8" name="Fußzeilenplatzhalter 7"/>
          <p:cNvSpPr>
            <a:spLocks noGrp="1"/>
          </p:cNvSpPr>
          <p:nvPr>
            <p:ph type="ftr" sz="quarter" idx="15"/>
          </p:nvPr>
        </p:nvSpPr>
        <p:spPr bwMode="gray"/>
        <p:txBody>
          <a:bodyPr/>
          <a:lstStyle/>
          <a:p>
            <a:r>
              <a:rPr lang="de-DE" noProof="0"/>
              <a:t>IC – Intercultural Competences | Aabha Rajeev Tembe &amp; Rinkal Keyul Zadafiya | Amberg | 2-16</a:t>
            </a:r>
            <a:endParaRPr lang="de-DE" noProof="0" dirty="0"/>
          </a:p>
        </p:txBody>
      </p:sp>
      <p:sp>
        <p:nvSpPr>
          <p:cNvPr id="9" name="Foliennummernplatzhalter 8"/>
          <p:cNvSpPr>
            <a:spLocks noGrp="1"/>
          </p:cNvSpPr>
          <p:nvPr>
            <p:ph type="sldNum" sz="quarter" idx="16"/>
          </p:nvPr>
        </p:nvSpPr>
        <p:spPr bwMode="gray"/>
        <p:txBody>
          <a:bodyPr/>
          <a:lstStyle/>
          <a:p>
            <a:fld id="{02CEFE82-39F2-4F47-8A0C-D5AB3496FA5C}" type="slidenum">
              <a:rPr lang="de-DE" noProof="0" smtClean="0"/>
              <a:t>‹#›</a:t>
            </a:fld>
            <a:endParaRPr lang="de-DE" noProof="0" dirty="0"/>
          </a:p>
        </p:txBody>
      </p:sp>
      <p:sp>
        <p:nvSpPr>
          <p:cNvPr id="2" name="Textplatzhalter 5"/>
          <p:cNvSpPr>
            <a:spLocks noGrp="1"/>
          </p:cNvSpPr>
          <p:nvPr>
            <p:ph type="body" sz="quarter" idx="18" hasCustomPrompt="1"/>
          </p:nvPr>
        </p:nvSpPr>
        <p:spPr bwMode="gray">
          <a:xfrm>
            <a:off x="540000" y="6020548"/>
            <a:ext cx="11112000" cy="288000"/>
          </a:xfrm>
        </p:spPr>
        <p:txBody>
          <a:bodyPr anchor="b"/>
          <a:lstStyle>
            <a:lvl1pPr marL="0" indent="0">
              <a:spcAft>
                <a:spcPts val="400"/>
              </a:spcAft>
              <a:buNone/>
              <a:defRPr sz="1000"/>
            </a:lvl1pPr>
          </a:lstStyle>
          <a:p>
            <a:pPr lvl="0"/>
            <a:r>
              <a:rPr lang="de-DE" dirty="0"/>
              <a:t>Quellen:</a:t>
            </a:r>
          </a:p>
        </p:txBody>
      </p:sp>
      <p:sp>
        <p:nvSpPr>
          <p:cNvPr id="5" name="Textplatzhalter 17"/>
          <p:cNvSpPr>
            <a:spLocks noGrp="1"/>
          </p:cNvSpPr>
          <p:nvPr>
            <p:ph type="body" sz="quarter" idx="25" hasCustomPrompt="1"/>
          </p:nvPr>
        </p:nvSpPr>
        <p:spPr bwMode="gray">
          <a:xfrm>
            <a:off x="540002" y="2416701"/>
            <a:ext cx="2735047" cy="1455502"/>
          </a:xfrm>
        </p:spPr>
        <p:txBody>
          <a:bodyPr anchor="b"/>
          <a:lstStyle>
            <a:lvl1pPr marL="0" indent="0" algn="r">
              <a:lnSpc>
                <a:spcPct val="90000"/>
              </a:lnSpc>
              <a:spcAft>
                <a:spcPts val="0"/>
              </a:spcAft>
              <a:buNone/>
              <a:defRPr sz="2800" b="1">
                <a:solidFill>
                  <a:schemeClr val="tx1"/>
                </a:solidFill>
              </a:defRPr>
            </a:lvl1pPr>
            <a:lvl2pPr marL="450215" indent="0">
              <a:buNone/>
              <a:defRPr/>
            </a:lvl2pPr>
          </a:lstStyle>
          <a:p>
            <a:pPr lvl="0"/>
            <a:r>
              <a:rPr lang="de-DE" dirty="0"/>
              <a:t>Vorname</a:t>
            </a:r>
            <a:br>
              <a:rPr lang="de-DE" dirty="0"/>
            </a:br>
            <a:r>
              <a:rPr lang="de-DE" dirty="0"/>
              <a:t>Name</a:t>
            </a:r>
          </a:p>
        </p:txBody>
      </p:sp>
      <p:sp>
        <p:nvSpPr>
          <p:cNvPr id="6" name="Inhaltsplatzhalter 5"/>
          <p:cNvSpPr>
            <a:spLocks noGrp="1"/>
          </p:cNvSpPr>
          <p:nvPr>
            <p:ph sz="quarter" idx="17" hasCustomPrompt="1"/>
          </p:nvPr>
        </p:nvSpPr>
        <p:spPr bwMode="gray">
          <a:xfrm>
            <a:off x="6612000" y="1728000"/>
            <a:ext cx="5040000"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p:spPr>
        <p:txBody>
          <a:bodyPr wrap="square" anchor="ctr">
            <a:noAutofit/>
          </a:bodyPr>
          <a:lstStyle>
            <a:lvl1pPr marL="0" indent="0">
              <a:buNone/>
              <a:defRPr/>
            </a:lvl1pPr>
          </a:lstStyle>
          <a:p>
            <a:pPr lvl="0"/>
            <a:r>
              <a:rPr lang="de-DE" dirty="0"/>
              <a:t>Kontaktinformationen</a:t>
            </a:r>
          </a:p>
        </p:txBody>
      </p:sp>
      <p:sp>
        <p:nvSpPr>
          <p:cNvPr id="10" name="Bildplatzhalter 3"/>
          <p:cNvSpPr>
            <a:spLocks noGrp="1" noChangeAspect="1"/>
          </p:cNvSpPr>
          <p:nvPr>
            <p:ph type="pic" sz="quarter" idx="10" hasCustomPrompt="1"/>
          </p:nvPr>
        </p:nvSpPr>
        <p:spPr bwMode="gray">
          <a:xfrm>
            <a:off x="3795096" y="2599067"/>
            <a:ext cx="2397869" cy="2397869"/>
          </a:xfrm>
          <a:prstGeom prst="ellipse">
            <a:avLst/>
          </a:prstGeom>
          <a:solidFill>
            <a:schemeClr val="bg1"/>
          </a:solidFill>
          <a:ln w="63500">
            <a:solidFill>
              <a:schemeClr val="bg1"/>
            </a:solidFill>
          </a:ln>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1" name="Textplatzhalter 17"/>
          <p:cNvSpPr>
            <a:spLocks noGrp="1"/>
          </p:cNvSpPr>
          <p:nvPr>
            <p:ph type="body" sz="quarter" idx="26" hasCustomPrompt="1"/>
          </p:nvPr>
        </p:nvSpPr>
        <p:spPr bwMode="gray">
          <a:xfrm>
            <a:off x="540002" y="4189441"/>
            <a:ext cx="2735047" cy="205157"/>
          </a:xfrm>
        </p:spPr>
        <p:txBody>
          <a:bodyPr anchor="b"/>
          <a:lstStyle>
            <a:lvl1pPr marL="0" indent="0" algn="r">
              <a:lnSpc>
                <a:spcPct val="90000"/>
              </a:lnSpc>
              <a:buNone/>
              <a:defRPr sz="1400" b="0" cap="all" spc="300" baseline="0">
                <a:solidFill>
                  <a:schemeClr val="tx1"/>
                </a:solidFill>
              </a:defRPr>
            </a:lvl1pPr>
            <a:lvl2pPr marL="450215" indent="0">
              <a:buNone/>
              <a:defRPr/>
            </a:lvl2pPr>
          </a:lstStyle>
          <a:p>
            <a:pPr lvl="0"/>
            <a:r>
              <a:rPr lang="de-DE" dirty="0"/>
              <a:t>Position</a:t>
            </a:r>
          </a:p>
        </p:txBody>
      </p:sp>
      <p:cxnSp>
        <p:nvCxnSpPr>
          <p:cNvPr id="12" name="Straight Connector 8"/>
          <p:cNvCxnSpPr/>
          <p:nvPr userDrawn="1"/>
        </p:nvCxnSpPr>
        <p:spPr bwMode="gray">
          <a:xfrm>
            <a:off x="2555045" y="4032256"/>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feld 3"/>
          <p:cNvSpPr txBox="1"/>
          <p:nvPr userDrawn="1"/>
        </p:nvSpPr>
        <p:spPr bwMode="gray">
          <a:xfrm>
            <a:off x="13258800" y="2912533"/>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14" name="Subtitle"/>
          <p:cNvSpPr>
            <a:spLocks noGrp="1"/>
          </p:cNvSpPr>
          <p:nvPr>
            <p:ph type="body" sz="quarter" idx="13" hasCustomPrompt="1"/>
          </p:nvPr>
        </p:nvSpPr>
        <p:spPr bwMode="gray">
          <a:xfrm>
            <a:off x="540000" y="829125"/>
            <a:ext cx="8268720" cy="360000"/>
          </a:xfrm>
        </p:spPr>
        <p:txBody>
          <a:bodyPr/>
          <a:lstStyle>
            <a:lvl1pPr marL="0" indent="0">
              <a:lnSpc>
                <a:spcPct val="90000"/>
              </a:lnSpc>
              <a:spcAft>
                <a:spcPts val="0"/>
              </a:spcAft>
              <a:buNone/>
              <a:defRPr sz="2200" baseline="0">
                <a:solidFill>
                  <a:schemeClr val="tx1"/>
                </a:solidFill>
              </a:defRPr>
            </a:lvl1pPr>
          </a:lstStyle>
          <a:p>
            <a:pPr lvl="0"/>
            <a:r>
              <a:rPr lang="de-DE" noProof="0" dirty="0"/>
              <a:t>Zweite Headline</a:t>
            </a:r>
          </a:p>
        </p:txBody>
      </p:sp>
      <p:sp>
        <p:nvSpPr>
          <p:cNvPr id="16" name="Titel 5"/>
          <p:cNvSpPr>
            <a:spLocks noGrp="1"/>
          </p:cNvSpPr>
          <p:nvPr>
            <p:ph type="title" hasCustomPrompt="1"/>
          </p:nvPr>
        </p:nvSpPr>
        <p:spPr bwMode="gray">
          <a:xfrm>
            <a:off x="540000" y="432000"/>
            <a:ext cx="8268720" cy="360000"/>
          </a:xfrm>
        </p:spPr>
        <p:txBody>
          <a:bodyPr/>
          <a:lstStyle/>
          <a:p>
            <a:r>
              <a:rPr lang="de-DE" dirty="0"/>
              <a:t>Mastertitelformat bearbeiten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A Schlussfolie mit Bild">
    <p:spTree>
      <p:nvGrpSpPr>
        <p:cNvPr id="1" name=""/>
        <p:cNvGrpSpPr/>
        <p:nvPr/>
      </p:nvGrpSpPr>
      <p:grpSpPr>
        <a:xfrm>
          <a:off x="0" y="0"/>
          <a:ext cx="0" cy="0"/>
          <a:chOff x="0" y="0"/>
          <a:chExt cx="0" cy="0"/>
        </a:xfrm>
      </p:grpSpPr>
      <p:sp>
        <p:nvSpPr>
          <p:cNvPr id="2" name="Freeform: Shape 8"/>
          <p:cNvSpPr/>
          <p:nvPr userDrawn="1"/>
        </p:nvSpPr>
        <p:spPr bwMode="gray">
          <a:xfrm>
            <a:off x="5" y="-1"/>
            <a:ext cx="12191999" cy="6858001"/>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3" name="Titel 2"/>
          <p:cNvSpPr>
            <a:spLocks noGrp="1"/>
          </p:cNvSpPr>
          <p:nvPr>
            <p:ph type="title" hasCustomPrompt="1"/>
          </p:nvPr>
        </p:nvSpPr>
        <p:spPr bwMode="gray">
          <a:xfrm>
            <a:off x="4114800" y="3159004"/>
            <a:ext cx="7531893" cy="800467"/>
          </a:xfrm>
        </p:spPr>
        <p:txBody>
          <a:bodyPr/>
          <a:lstStyle>
            <a:lvl1pPr algn="ctr">
              <a:defRPr sz="6600" cap="all" spc="400" baseline="0">
                <a:solidFill>
                  <a:schemeClr val="bg1"/>
                </a:solidFill>
              </a:defRPr>
            </a:lvl1pPr>
          </a:lstStyle>
          <a:p>
            <a:r>
              <a:rPr lang="de-DE" noProof="0" dirty="0"/>
              <a:t>Vielen Dank!</a:t>
            </a:r>
          </a:p>
        </p:txBody>
      </p:sp>
      <p:sp>
        <p:nvSpPr>
          <p:cNvPr id="19" name="Bildplatzhalter 18"/>
          <p:cNvSpPr>
            <a:spLocks noGrp="1" noChangeAspect="1"/>
          </p:cNvSpPr>
          <p:nvPr>
            <p:ph type="pic" sz="quarter" idx="10" hasCustomPrompt="1"/>
          </p:nvPr>
        </p:nvSpPr>
        <p:spPr bwMode="gray">
          <a:xfrm>
            <a:off x="0" y="0"/>
            <a:ext cx="4114800" cy="6858000"/>
          </a:xfrm>
          <a:prstGeom prst="round1Rect">
            <a:avLst>
              <a:gd name="adj" fmla="val 11333"/>
            </a:avLst>
          </a:pr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pic>
        <p:nvPicPr>
          <p:cNvPr id="7" name="Grafik 6"/>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A Schlussfolie mit Bild">
    <p:spTree>
      <p:nvGrpSpPr>
        <p:cNvPr id="1" name=""/>
        <p:cNvGrpSpPr/>
        <p:nvPr/>
      </p:nvGrpSpPr>
      <p:grpSpPr>
        <a:xfrm>
          <a:off x="0" y="0"/>
          <a:ext cx="0" cy="0"/>
          <a:chOff x="0" y="0"/>
          <a:chExt cx="0" cy="0"/>
        </a:xfrm>
      </p:grpSpPr>
      <p:sp>
        <p:nvSpPr>
          <p:cNvPr id="2" name="Freeform: Shape 8"/>
          <p:cNvSpPr/>
          <p:nvPr userDrawn="1"/>
        </p:nvSpPr>
        <p:spPr bwMode="gray">
          <a:xfrm>
            <a:off x="5" y="-1"/>
            <a:ext cx="12191999" cy="6858001"/>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3" name="Titel 2"/>
          <p:cNvSpPr>
            <a:spLocks noGrp="1"/>
          </p:cNvSpPr>
          <p:nvPr>
            <p:ph type="title" hasCustomPrompt="1"/>
          </p:nvPr>
        </p:nvSpPr>
        <p:spPr bwMode="gray">
          <a:xfrm>
            <a:off x="538165" y="2463322"/>
            <a:ext cx="11108531" cy="800467"/>
          </a:xfrm>
        </p:spPr>
        <p:txBody>
          <a:bodyPr/>
          <a:lstStyle>
            <a:lvl1pPr algn="ctr">
              <a:defRPr sz="6600" cap="all" spc="400" baseline="0">
                <a:solidFill>
                  <a:schemeClr val="bg1"/>
                </a:solidFill>
              </a:defRPr>
            </a:lvl1pPr>
          </a:lstStyle>
          <a:p>
            <a:r>
              <a:rPr lang="de-DE" noProof="0" dirty="0"/>
              <a:t>Vielen Dank!</a:t>
            </a:r>
          </a:p>
        </p:txBody>
      </p:sp>
      <p:pic>
        <p:nvPicPr>
          <p:cNvPr id="5" name="Grafik 4"/>
          <p:cNvPicPr>
            <a:picLocks noChangeAspect="1"/>
          </p:cNvPicPr>
          <p:nvPr userDrawn="1"/>
        </p:nvPicPr>
        <p:blipFill rotWithShape="1">
          <a:blip r:embed="rId2">
            <a:extLst>
              <a:ext uri="{96DAC541-7B7A-43D3-8B79-37D633B846F1}">
                <asvg:svgBlip xmlns:asvg="http://schemas.microsoft.com/office/drawing/2016/SVG/main" r:embed="rId3"/>
              </a:ext>
            </a:extLst>
          </a:blip>
          <a:srcRect r="61713"/>
          <a:stretch>
            <a:fillRect/>
          </a:stretch>
        </p:blipFill>
        <p:spPr>
          <a:xfrm>
            <a:off x="410319" y="-1225267"/>
            <a:ext cx="11364220" cy="7776177"/>
          </a:xfrm>
          <a:prstGeom prst="rect">
            <a:avLst/>
          </a:prstGeom>
        </p:spPr>
      </p:pic>
      <p:sp>
        <p:nvSpPr>
          <p:cNvPr id="4" name="Textplatzhalter 5"/>
          <p:cNvSpPr>
            <a:spLocks noGrp="1"/>
          </p:cNvSpPr>
          <p:nvPr>
            <p:ph type="body" sz="quarter" idx="14" hasCustomPrompt="1"/>
          </p:nvPr>
        </p:nvSpPr>
        <p:spPr bwMode="gray">
          <a:xfrm>
            <a:off x="1836313" y="4590256"/>
            <a:ext cx="8512232" cy="1834363"/>
          </a:xfrm>
        </p:spPr>
        <p:txBody>
          <a:bodyPr numCol="2" spcCol="180000"/>
          <a:lstStyle>
            <a:lvl1pPr marL="0" indent="0">
              <a:lnSpc>
                <a:spcPct val="100000"/>
              </a:lnSpc>
              <a:buNone/>
              <a:defRPr>
                <a:solidFill>
                  <a:schemeClr val="bg1"/>
                </a:solidFill>
              </a:defRPr>
            </a:lvl1pPr>
          </a:lstStyle>
          <a:p>
            <a:pPr lvl="0"/>
            <a:r>
              <a:rPr lang="de-DE" dirty="0"/>
              <a:t>Kontakt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B Schlussfolie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sp>
        <p:nvSpPr>
          <p:cNvPr id="5" name="Titel 2"/>
          <p:cNvSpPr>
            <a:spLocks noGrp="1"/>
          </p:cNvSpPr>
          <p:nvPr>
            <p:ph type="title" hasCustomPrompt="1"/>
          </p:nvPr>
        </p:nvSpPr>
        <p:spPr bwMode="gray">
          <a:xfrm>
            <a:off x="540000" y="2828224"/>
            <a:ext cx="11112000" cy="540000"/>
          </a:xfrm>
        </p:spPr>
        <p:txBody>
          <a:bodyPr/>
          <a:lstStyle>
            <a:lvl1pPr>
              <a:defRPr sz="4800" cap="all" spc="400" baseline="0">
                <a:solidFill>
                  <a:schemeClr val="bg1"/>
                </a:solidFill>
              </a:defRPr>
            </a:lvl1pPr>
          </a:lstStyle>
          <a:p>
            <a:r>
              <a:rPr lang="de-DE" noProof="0" dirty="0"/>
              <a:t>Vielen Dank!</a:t>
            </a:r>
          </a:p>
        </p:txBody>
      </p:sp>
      <p:sp>
        <p:nvSpPr>
          <p:cNvPr id="2" name="Textplatzhalter 5"/>
          <p:cNvSpPr>
            <a:spLocks noGrp="1"/>
          </p:cNvSpPr>
          <p:nvPr>
            <p:ph type="body" sz="quarter" idx="14" hasCustomPrompt="1"/>
          </p:nvPr>
        </p:nvSpPr>
        <p:spPr bwMode="gray">
          <a:xfrm>
            <a:off x="540000" y="3747975"/>
            <a:ext cx="7920000" cy="814769"/>
          </a:xfrm>
        </p:spPr>
        <p:txBody>
          <a:bodyPr numCol="2" spcCol="180000"/>
          <a:lstStyle>
            <a:lvl1pPr marL="0" indent="0">
              <a:lnSpc>
                <a:spcPct val="100000"/>
              </a:lnSpc>
              <a:buNone/>
              <a:defRPr>
                <a:solidFill>
                  <a:schemeClr val="bg1"/>
                </a:solidFill>
              </a:defRPr>
            </a:lvl1pPr>
          </a:lstStyle>
          <a:p>
            <a:pPr lvl="0"/>
            <a:r>
              <a:rPr lang="de-DE" dirty="0"/>
              <a:t>Kontakt</a:t>
            </a:r>
          </a:p>
        </p:txBody>
      </p:sp>
      <p:grpSp>
        <p:nvGrpSpPr>
          <p:cNvPr id="4" name="Gruppieren 3"/>
          <p:cNvGrpSpPr/>
          <p:nvPr userDrawn="1"/>
        </p:nvGrpSpPr>
        <p:grpSpPr>
          <a:xfrm>
            <a:off x="8589755" y="3294570"/>
            <a:ext cx="4177596" cy="3174456"/>
            <a:chOff x="8860223" y="3611128"/>
            <a:chExt cx="3866783" cy="2938277"/>
          </a:xfrm>
        </p:grpSpPr>
        <p:sp>
          <p:nvSpPr>
            <p:cNvPr id="7" name="Abgerundetes Rechteck 6"/>
            <p:cNvSpPr/>
            <p:nvPr userDrawn="1"/>
          </p:nvSpPr>
          <p:spPr bwMode="gray">
            <a:xfrm rot="10800000">
              <a:off x="8860223" y="5748716"/>
              <a:ext cx="2537455" cy="800688"/>
            </a:xfrm>
            <a:prstGeom prst="roundRect">
              <a:avLst>
                <a:gd name="adj" fmla="val 50000"/>
              </a:avLst>
            </a:prstGeom>
            <a:solidFill>
              <a:schemeClr val="accent1">
                <a:lumMod val="60000"/>
                <a:lumOff val="40000"/>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8" name="Träne 7"/>
            <p:cNvSpPr/>
            <p:nvPr userDrawn="1"/>
          </p:nvSpPr>
          <p:spPr bwMode="gray">
            <a:xfrm rot="5400000">
              <a:off x="9799540" y="4948089"/>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Ecken des Rechtecks auf der gleichen Seite abrunden 8"/>
            <p:cNvSpPr/>
            <p:nvPr userDrawn="1"/>
          </p:nvSpPr>
          <p:spPr bwMode="gray">
            <a:xfrm rot="5400000">
              <a:off x="10199822" y="4547678"/>
              <a:ext cx="1601386" cy="800693"/>
            </a:xfrm>
            <a:prstGeom prst="round2SameRect">
              <a:avLst>
                <a:gd name="adj1" fmla="val 50000"/>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0" name="Freihandform 9"/>
            <p:cNvSpPr/>
            <p:nvPr userDrawn="1"/>
          </p:nvSpPr>
          <p:spPr bwMode="gray">
            <a:xfrm rot="10800000">
              <a:off x="11403920" y="3611128"/>
              <a:ext cx="800695" cy="1601391"/>
            </a:xfrm>
            <a:custGeom>
              <a:avLst/>
              <a:gdLst>
                <a:gd name="connsiteX0" fmla="*/ 0 w 540000"/>
                <a:gd name="connsiteY0" fmla="*/ 0 h 1080000"/>
                <a:gd name="connsiteX1" fmla="*/ 540000 w 540000"/>
                <a:gd name="connsiteY1" fmla="*/ 540000 h 1080000"/>
                <a:gd name="connsiteX2" fmla="*/ 0 w 540000"/>
                <a:gd name="connsiteY2" fmla="*/ 1080000 h 1080000"/>
              </a:gdLst>
              <a:ahLst/>
              <a:cxnLst>
                <a:cxn ang="0">
                  <a:pos x="connsiteX0" y="connsiteY0"/>
                </a:cxn>
                <a:cxn ang="0">
                  <a:pos x="connsiteX1" y="connsiteY1"/>
                </a:cxn>
                <a:cxn ang="0">
                  <a:pos x="connsiteX2" y="connsiteY2"/>
                </a:cxn>
              </a:cxnLst>
              <a:rect l="l" t="t" r="r" b="b"/>
              <a:pathLst>
                <a:path w="540000" h="1080000">
                  <a:moveTo>
                    <a:pt x="0" y="0"/>
                  </a:moveTo>
                  <a:cubicBezTo>
                    <a:pt x="298234" y="0"/>
                    <a:pt x="540000" y="241766"/>
                    <a:pt x="540000" y="540000"/>
                  </a:cubicBezTo>
                  <a:cubicBezTo>
                    <a:pt x="540000" y="838234"/>
                    <a:pt x="298234" y="1080000"/>
                    <a:pt x="0" y="10800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de-DE" sz="1400" dirty="0" err="1"/>
            </a:p>
          </p:txBody>
        </p:sp>
        <p:sp>
          <p:nvSpPr>
            <p:cNvPr id="12" name="Träne 11"/>
            <p:cNvSpPr/>
            <p:nvPr userDrawn="1"/>
          </p:nvSpPr>
          <p:spPr bwMode="gray">
            <a:xfrm rot="16200000">
              <a:off x="11403815" y="5226215"/>
              <a:ext cx="1323297" cy="132308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cxnSp>
        <p:nvCxnSpPr>
          <p:cNvPr id="14" name="Straight Connector 8"/>
          <p:cNvCxnSpPr/>
          <p:nvPr userDrawn="1"/>
        </p:nvCxnSpPr>
        <p:spPr bwMode="gray">
          <a:xfrm>
            <a:off x="540000" y="3554185"/>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fik 12"/>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B Schlussfolie mit Bild">
    <p:spTree>
      <p:nvGrpSpPr>
        <p:cNvPr id="1" name=""/>
        <p:cNvGrpSpPr/>
        <p:nvPr/>
      </p:nvGrpSpPr>
      <p:grpSpPr>
        <a:xfrm>
          <a:off x="0" y="0"/>
          <a:ext cx="0" cy="0"/>
          <a:chOff x="0" y="0"/>
          <a:chExt cx="0" cy="0"/>
        </a:xfrm>
      </p:grpSpPr>
      <p:sp>
        <p:nvSpPr>
          <p:cNvPr id="11" name="Freeform: Shape 8"/>
          <p:cNvSpPr/>
          <p:nvPr userDrawn="1"/>
        </p:nvSpPr>
        <p:spPr bwMode="gray">
          <a:xfrm>
            <a:off x="0" y="0"/>
            <a:ext cx="12192000" cy="6858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solidFill>
                <a:schemeClr val="accent2"/>
              </a:solidFill>
            </a:endParaRPr>
          </a:p>
        </p:txBody>
      </p:sp>
      <p:grpSp>
        <p:nvGrpSpPr>
          <p:cNvPr id="4" name="Gruppieren 3"/>
          <p:cNvGrpSpPr/>
          <p:nvPr userDrawn="1"/>
        </p:nvGrpSpPr>
        <p:grpSpPr>
          <a:xfrm rot="5400000" flipH="1">
            <a:off x="-64243" y="-643043"/>
            <a:ext cx="4337797" cy="3132967"/>
            <a:chOff x="8235924" y="3649527"/>
            <a:chExt cx="4015066" cy="2899876"/>
          </a:xfrm>
        </p:grpSpPr>
        <p:sp>
          <p:nvSpPr>
            <p:cNvPr id="7" name="Abgerundetes Rechteck 6"/>
            <p:cNvSpPr/>
            <p:nvPr userDrawn="1"/>
          </p:nvSpPr>
          <p:spPr bwMode="gray">
            <a:xfrm rot="10800000">
              <a:off x="8235924" y="5748715"/>
              <a:ext cx="4015066" cy="800688"/>
            </a:xfrm>
            <a:prstGeom prst="roundRect">
              <a:avLst>
                <a:gd name="adj" fmla="val 50000"/>
              </a:avLst>
            </a:prstGeom>
            <a:solidFill>
              <a:schemeClr val="accent1">
                <a:lumMod val="60000"/>
                <a:lumOff val="40000"/>
                <a:alpha val="8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8" name="Träne 7"/>
            <p:cNvSpPr/>
            <p:nvPr userDrawn="1"/>
          </p:nvSpPr>
          <p:spPr bwMode="gray">
            <a:xfrm rot="5400000">
              <a:off x="8812971" y="4948090"/>
              <a:ext cx="800693" cy="800564"/>
            </a:xfrm>
            <a:prstGeom prst="teardrop">
              <a:avLst>
                <a:gd name="adj" fmla="val 99398"/>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9" name="Ecken des Rechtecks auf der gleichen Seite abrunden 8"/>
            <p:cNvSpPr/>
            <p:nvPr userDrawn="1"/>
          </p:nvSpPr>
          <p:spPr bwMode="gray">
            <a:xfrm rot="5400000">
              <a:off x="8964351" y="4298777"/>
              <a:ext cx="2099190" cy="800693"/>
            </a:xfrm>
            <a:prstGeom prst="round2SameRect">
              <a:avLst>
                <a:gd name="adj1" fmla="val 48679"/>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sp>
          <p:nvSpPr>
            <p:cNvPr id="12" name="Oval 11"/>
            <p:cNvSpPr/>
            <p:nvPr userDrawn="1"/>
          </p:nvSpPr>
          <p:spPr bwMode="gray">
            <a:xfrm rot="5400000">
              <a:off x="10416078" y="3649634"/>
              <a:ext cx="1323297" cy="13230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de-DE" sz="1400" dirty="0" err="1"/>
            </a:p>
          </p:txBody>
        </p:sp>
      </p:grpSp>
      <p:sp>
        <p:nvSpPr>
          <p:cNvPr id="5" name="Titel 2"/>
          <p:cNvSpPr>
            <a:spLocks noGrp="1"/>
          </p:cNvSpPr>
          <p:nvPr>
            <p:ph type="title" hasCustomPrompt="1"/>
          </p:nvPr>
        </p:nvSpPr>
        <p:spPr bwMode="gray">
          <a:xfrm>
            <a:off x="540000" y="3632678"/>
            <a:ext cx="4443480" cy="540000"/>
          </a:xfrm>
        </p:spPr>
        <p:txBody>
          <a:bodyPr/>
          <a:lstStyle>
            <a:lvl1pPr>
              <a:defRPr sz="4800" cap="all" spc="400" baseline="0">
                <a:solidFill>
                  <a:schemeClr val="bg1"/>
                </a:solidFill>
              </a:defRPr>
            </a:lvl1pPr>
          </a:lstStyle>
          <a:p>
            <a:r>
              <a:rPr lang="de-DE" noProof="0" dirty="0"/>
              <a:t>Vielen Dank!</a:t>
            </a:r>
          </a:p>
        </p:txBody>
      </p:sp>
      <p:sp>
        <p:nvSpPr>
          <p:cNvPr id="2" name="Textplatzhalter 5"/>
          <p:cNvSpPr>
            <a:spLocks noGrp="1"/>
          </p:cNvSpPr>
          <p:nvPr>
            <p:ph type="body" sz="quarter" idx="14" hasCustomPrompt="1"/>
          </p:nvPr>
        </p:nvSpPr>
        <p:spPr bwMode="gray">
          <a:xfrm>
            <a:off x="540000" y="4577570"/>
            <a:ext cx="4443480" cy="1834363"/>
          </a:xfrm>
        </p:spPr>
        <p:txBody>
          <a:bodyPr numCol="2" spcCol="180000"/>
          <a:lstStyle>
            <a:lvl1pPr marL="0" indent="0">
              <a:lnSpc>
                <a:spcPct val="100000"/>
              </a:lnSpc>
              <a:buNone/>
              <a:defRPr>
                <a:solidFill>
                  <a:schemeClr val="bg1"/>
                </a:solidFill>
              </a:defRPr>
            </a:lvl1pPr>
          </a:lstStyle>
          <a:p>
            <a:pPr lvl="0"/>
            <a:r>
              <a:rPr lang="de-DE" dirty="0"/>
              <a:t>Kontakt</a:t>
            </a:r>
          </a:p>
        </p:txBody>
      </p:sp>
      <p:sp>
        <p:nvSpPr>
          <p:cNvPr id="14" name="Textfeld 13"/>
          <p:cNvSpPr txBox="1"/>
          <p:nvPr userDrawn="1"/>
        </p:nvSpPr>
        <p:spPr bwMode="gray">
          <a:xfrm>
            <a:off x="-1680211" y="3783330"/>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sp>
        <p:nvSpPr>
          <p:cNvPr id="13" name="Bildplatzhalter 4"/>
          <p:cNvSpPr>
            <a:spLocks noGrp="1" noChangeAspect="1"/>
          </p:cNvSpPr>
          <p:nvPr>
            <p:ph type="pic" sz="quarter" idx="10" hasCustomPrompt="1"/>
          </p:nvPr>
        </p:nvSpPr>
        <p:spPr bwMode="gray">
          <a:xfrm>
            <a:off x="6503672" y="1727200"/>
            <a:ext cx="6226493" cy="4697410"/>
          </a:xfrm>
          <a:prstGeom prst="round2DiagRect">
            <a:avLst>
              <a:gd name="adj1" fmla="val 12052"/>
              <a:gd name="adj2" fmla="val 0"/>
            </a:avLst>
          </a:prstGeom>
          <a:solidFill>
            <a:schemeClr val="bg1"/>
          </a:solidFill>
        </p:spPr>
        <p:txBody>
          <a:bodyPr wrap="square">
            <a:noAutofit/>
          </a:bodyPr>
          <a:lstStyle>
            <a:lvl1pPr marL="0" indent="0" algn="ctr">
              <a:buNone/>
              <a:defRPr sz="1000" b="1"/>
            </a:lvl1pPr>
          </a:lstStyle>
          <a:p>
            <a:endParaRPr lang="de-DE" dirty="0"/>
          </a:p>
          <a:p>
            <a:r>
              <a:rPr lang="de-DE" dirty="0"/>
              <a:t>Bildplatzhalter:</a:t>
            </a:r>
            <a:br>
              <a:rPr lang="de-DE" dirty="0"/>
            </a:br>
            <a:r>
              <a:rPr lang="de-DE" dirty="0"/>
              <a:t>Bild durch Klicken auf Symbol hinzufügen</a:t>
            </a:r>
          </a:p>
        </p:txBody>
      </p:sp>
      <p:sp>
        <p:nvSpPr>
          <p:cNvPr id="17" name="Textfeld 16"/>
          <p:cNvSpPr txBox="1"/>
          <p:nvPr userDrawn="1"/>
        </p:nvSpPr>
        <p:spPr bwMode="gray">
          <a:xfrm>
            <a:off x="-2527069" y="3142211"/>
            <a:ext cx="0" cy="0"/>
          </a:xfrm>
          <a:prstGeom prst="rect">
            <a:avLst/>
          </a:prstGeom>
          <a:noFill/>
        </p:spPr>
        <p:txBody>
          <a:bodyPr wrap="none" lIns="0" tIns="0" rIns="0" bIns="0" rtlCol="0">
            <a:noAutofit/>
          </a:bodyPr>
          <a:lstStyle/>
          <a:p>
            <a:pPr marL="285750" indent="-285750" algn="l">
              <a:lnSpc>
                <a:spcPct val="90000"/>
              </a:lnSpc>
              <a:spcAft>
                <a:spcPts val="1000"/>
              </a:spcAft>
              <a:buClr>
                <a:schemeClr val="accent1"/>
              </a:buClr>
              <a:buFont typeface="Arial" panose="020B0604020202020204" pitchFamily="34" charset="0"/>
              <a:buChar char="•"/>
            </a:pPr>
            <a:endParaRPr lang="de-DE" sz="1800" dirty="0" err="1"/>
          </a:p>
        </p:txBody>
      </p:sp>
      <p:cxnSp>
        <p:nvCxnSpPr>
          <p:cNvPr id="15" name="Straight Connector 8"/>
          <p:cNvCxnSpPr/>
          <p:nvPr userDrawn="1"/>
        </p:nvCxnSpPr>
        <p:spPr bwMode="gray">
          <a:xfrm>
            <a:off x="540000" y="4358639"/>
            <a:ext cx="1440000" cy="0"/>
          </a:xfrm>
          <a:prstGeom prst="line">
            <a:avLst/>
          </a:prstGeom>
          <a:ln w="38100" cap="rnd"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Grafik 15"/>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a:off x="9082995" y="257302"/>
            <a:ext cx="2743200" cy="7186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9" Type="http://schemas.openxmlformats.org/officeDocument/2006/relationships/slideLayout" Target="../slideLayouts/slideLayout81.xml"/><Relationship Id="rId21" Type="http://schemas.openxmlformats.org/officeDocument/2006/relationships/slideLayout" Target="../slideLayouts/slideLayout63.xml"/><Relationship Id="rId34" Type="http://schemas.openxmlformats.org/officeDocument/2006/relationships/slideLayout" Target="../slideLayouts/slideLayout76.xml"/><Relationship Id="rId42" Type="http://schemas.openxmlformats.org/officeDocument/2006/relationships/slideLayout" Target="../slideLayouts/slideLayout84.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9" Type="http://schemas.openxmlformats.org/officeDocument/2006/relationships/slideLayout" Target="../slideLayouts/slideLayout71.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37" Type="http://schemas.openxmlformats.org/officeDocument/2006/relationships/slideLayout" Target="../slideLayouts/slideLayout79.xml"/><Relationship Id="rId40" Type="http://schemas.openxmlformats.org/officeDocument/2006/relationships/slideLayout" Target="../slideLayouts/slideLayout82.xml"/><Relationship Id="rId45" Type="http://schemas.openxmlformats.org/officeDocument/2006/relationships/image" Target="../media/image2.svg"/><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36" Type="http://schemas.openxmlformats.org/officeDocument/2006/relationships/slideLayout" Target="../slideLayouts/slideLayout78.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4" Type="http://schemas.openxmlformats.org/officeDocument/2006/relationships/image" Target="../media/image1.png"/><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 Id="rId35" Type="http://schemas.openxmlformats.org/officeDocument/2006/relationships/slideLayout" Target="../slideLayouts/slideLayout77.xml"/><Relationship Id="rId43" Type="http://schemas.openxmlformats.org/officeDocument/2006/relationships/theme" Target="../theme/theme2.xml"/><Relationship Id="rId8" Type="http://schemas.openxmlformats.org/officeDocument/2006/relationships/slideLayout" Target="../slideLayouts/slideLayout50.xml"/><Relationship Id="rId3" Type="http://schemas.openxmlformats.org/officeDocument/2006/relationships/slideLayout" Target="../slideLayouts/slideLayout45.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slideLayout" Target="../slideLayouts/slideLayout75.xml"/><Relationship Id="rId38" Type="http://schemas.openxmlformats.org/officeDocument/2006/relationships/slideLayout" Target="../slideLayouts/slideLayout80.xml"/><Relationship Id="rId20" Type="http://schemas.openxmlformats.org/officeDocument/2006/relationships/slideLayout" Target="../slideLayouts/slideLayout62.xml"/><Relationship Id="rId41" Type="http://schemas.openxmlformats.org/officeDocument/2006/relationships/slideLayout" Target="../slideLayouts/slideLayout8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9" Type="http://schemas.openxmlformats.org/officeDocument/2006/relationships/slideLayout" Target="../slideLayouts/slideLayout123.xml"/><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42" Type="http://schemas.openxmlformats.org/officeDocument/2006/relationships/slideLayout" Target="../slideLayouts/slideLayout126.xml"/><Relationship Id="rId7" Type="http://schemas.openxmlformats.org/officeDocument/2006/relationships/slideLayout" Target="../slideLayouts/slideLayout91.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9" Type="http://schemas.openxmlformats.org/officeDocument/2006/relationships/slideLayout" Target="../slideLayouts/slideLayout11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37" Type="http://schemas.openxmlformats.org/officeDocument/2006/relationships/slideLayout" Target="../slideLayouts/slideLayout121.xml"/><Relationship Id="rId40" Type="http://schemas.openxmlformats.org/officeDocument/2006/relationships/slideLayout" Target="../slideLayouts/slideLayout124.xml"/><Relationship Id="rId45" Type="http://schemas.openxmlformats.org/officeDocument/2006/relationships/image" Target="../media/image2.svg"/><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36" Type="http://schemas.openxmlformats.org/officeDocument/2006/relationships/slideLayout" Target="../slideLayouts/slideLayout120.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4" Type="http://schemas.openxmlformats.org/officeDocument/2006/relationships/image" Target="../media/image1.png"/><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slideLayout" Target="../slideLayouts/slideLayout119.xml"/><Relationship Id="rId43" Type="http://schemas.openxmlformats.org/officeDocument/2006/relationships/theme" Target="../theme/theme3.xml"/><Relationship Id="rId8" Type="http://schemas.openxmlformats.org/officeDocument/2006/relationships/slideLayout" Target="../slideLayouts/slideLayout92.xml"/><Relationship Id="rId3" Type="http://schemas.openxmlformats.org/officeDocument/2006/relationships/slideLayout" Target="../slideLayouts/slideLayout87.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38" Type="http://schemas.openxmlformats.org/officeDocument/2006/relationships/slideLayout" Target="../slideLayouts/slideLayout122.xml"/><Relationship Id="rId20" Type="http://schemas.openxmlformats.org/officeDocument/2006/relationships/slideLayout" Target="../slideLayouts/slideLayout104.xml"/><Relationship Id="rId41" Type="http://schemas.openxmlformats.org/officeDocument/2006/relationships/slideLayout" Target="../slideLayouts/slideLayout1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
          <p:cNvSpPr>
            <a:spLocks noGrp="1"/>
          </p:cNvSpPr>
          <p:nvPr>
            <p:ph type="title"/>
          </p:nvPr>
        </p:nvSpPr>
        <p:spPr bwMode="gray">
          <a:xfrm>
            <a:off x="540000" y="432000"/>
            <a:ext cx="8268720" cy="360000"/>
          </a:xfrm>
          <a:prstGeom prst="rect">
            <a:avLst/>
          </a:prstGeom>
        </p:spPr>
        <p:txBody>
          <a:bodyPr vert="horz" lIns="0" tIns="0" rIns="0" bIns="0" rtlCol="0" anchor="t">
            <a:noAutofit/>
          </a:bodyPr>
          <a:lstStyle/>
          <a:p>
            <a:r>
              <a:rPr lang="de-DE" noProof="0" dirty="0"/>
              <a:t>Titelmasterformat durch Klicken bearbeiten</a:t>
            </a:r>
          </a:p>
        </p:txBody>
      </p:sp>
      <p:sp>
        <p:nvSpPr>
          <p:cNvPr id="3" name="Inhalt"/>
          <p:cNvSpPr>
            <a:spLocks noGrp="1"/>
          </p:cNvSpPr>
          <p:nvPr>
            <p:ph type="body" idx="1"/>
          </p:nvPr>
        </p:nvSpPr>
        <p:spPr bwMode="gray">
          <a:xfrm>
            <a:off x="540000" y="1728000"/>
            <a:ext cx="11112000" cy="4140000"/>
          </a:xfrm>
          <a:prstGeom prst="rect">
            <a:avLst/>
          </a:prstGeom>
        </p:spPr>
        <p:txBody>
          <a:bodyPr vert="horz" lIns="0" tIns="0" rIns="0" bIns="0" rtlCol="0">
            <a:noAutofit/>
          </a:bodyPr>
          <a:lstStyle/>
          <a:p>
            <a:pPr lvl="0"/>
            <a:r>
              <a:rPr lang="de-DE" noProof="0" dirty="0"/>
              <a:t>Textmasterformat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4" name="Datum"/>
          <p:cNvSpPr>
            <a:spLocks noGrp="1"/>
          </p:cNvSpPr>
          <p:nvPr>
            <p:ph type="dt" sz="half" idx="2"/>
          </p:nvPr>
        </p:nvSpPr>
        <p:spPr bwMode="gray">
          <a:xfrm>
            <a:off x="9525403" y="6493063"/>
            <a:ext cx="1765820" cy="288000"/>
          </a:xfrm>
          <a:prstGeom prst="rect">
            <a:avLst/>
          </a:prstGeom>
        </p:spPr>
        <p:txBody>
          <a:bodyPr vert="horz" lIns="0" tIns="0" rIns="0" bIns="0" rtlCol="0" anchor="ctr" anchorCtr="0"/>
          <a:lstStyle>
            <a:lvl1pPr algn="r">
              <a:defRPr sz="800">
                <a:solidFill>
                  <a:schemeClr val="tx1">
                    <a:lumMod val="20000"/>
                    <a:lumOff val="80000"/>
                  </a:schemeClr>
                </a:solidFill>
              </a:defRPr>
            </a:lvl1pPr>
          </a:lstStyle>
          <a:p>
            <a:r>
              <a:rPr lang="en-US"/>
              <a:t>3rd December 2024</a:t>
            </a:r>
            <a:endParaRPr lang="de-DE" dirty="0"/>
          </a:p>
        </p:txBody>
      </p:sp>
      <p:sp>
        <p:nvSpPr>
          <p:cNvPr id="5" name="Fußzeile"/>
          <p:cNvSpPr>
            <a:spLocks noGrp="1"/>
          </p:cNvSpPr>
          <p:nvPr>
            <p:ph type="ftr" sz="quarter" idx="3"/>
          </p:nvPr>
        </p:nvSpPr>
        <p:spPr bwMode="gray">
          <a:xfrm>
            <a:off x="540000" y="6493063"/>
            <a:ext cx="7560000" cy="288000"/>
          </a:xfrm>
          <a:prstGeom prst="rect">
            <a:avLst/>
          </a:prstGeom>
        </p:spPr>
        <p:txBody>
          <a:bodyPr vert="horz" lIns="0" tIns="0" rIns="0" bIns="0" rtlCol="0" anchor="ctr" anchorCtr="0"/>
          <a:lstStyle>
            <a:lvl1pPr algn="l">
              <a:defRPr sz="800">
                <a:solidFill>
                  <a:schemeClr val="tx1">
                    <a:lumMod val="20000"/>
                    <a:lumOff val="80000"/>
                  </a:schemeClr>
                </a:solidFill>
              </a:defRPr>
            </a:lvl1pPr>
          </a:lstStyle>
          <a:p>
            <a:r>
              <a:rPr lang="de-DE"/>
              <a:t>IC – Intercultural Competences | Aabha Rajeev Tembe &amp; Rinkal Keyul Zadafiya | Amberg | 2-16</a:t>
            </a:r>
            <a:endParaRPr lang="de-DE" dirty="0"/>
          </a:p>
        </p:txBody>
      </p:sp>
      <p:sp>
        <p:nvSpPr>
          <p:cNvPr id="6" name="Foliennummer"/>
          <p:cNvSpPr>
            <a:spLocks noGrp="1"/>
          </p:cNvSpPr>
          <p:nvPr>
            <p:ph type="sldNum" sz="quarter" idx="4"/>
          </p:nvPr>
        </p:nvSpPr>
        <p:spPr bwMode="gray">
          <a:xfrm>
            <a:off x="11341456" y="6493063"/>
            <a:ext cx="310544" cy="288000"/>
          </a:xfrm>
          <a:prstGeom prst="rect">
            <a:avLst/>
          </a:prstGeom>
        </p:spPr>
        <p:txBody>
          <a:bodyPr vert="horz" lIns="0" tIns="0" rIns="0" bIns="0" rtlCol="0" anchor="ctr" anchorCtr="0"/>
          <a:lstStyle>
            <a:lvl1pPr algn="r">
              <a:defRPr sz="800">
                <a:solidFill>
                  <a:schemeClr val="tx1">
                    <a:lumMod val="20000"/>
                    <a:lumOff val="80000"/>
                  </a:schemeClr>
                </a:solidFill>
              </a:defRPr>
            </a:lvl1pPr>
          </a:lstStyle>
          <a:p>
            <a:fld id="{02CEFE82-39F2-4F47-8A0C-D5AB3496FA5C}" type="slidenum">
              <a:rPr lang="de-DE" smtClean="0"/>
              <a:t>‹#›</a:t>
            </a:fld>
            <a:endParaRPr lang="de-DE" dirty="0"/>
          </a:p>
        </p:txBody>
      </p:sp>
      <p:cxnSp>
        <p:nvCxnSpPr>
          <p:cNvPr id="9" name="Straight Connector 8"/>
          <p:cNvCxnSpPr/>
          <p:nvPr userDrawn="1"/>
        </p:nvCxnSpPr>
        <p:spPr bwMode="gray">
          <a:xfrm>
            <a:off x="540000" y="1305318"/>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p:nvPr userDrawn="1"/>
        </p:nvCxnSpPr>
        <p:spPr bwMode="gray">
          <a:xfrm>
            <a:off x="540004" y="6426000"/>
            <a:ext cx="11112001" cy="0"/>
          </a:xfrm>
          <a:prstGeom prst="line">
            <a:avLst/>
          </a:prstGeom>
          <a:ln w="12700" cap="rnd" cmpd="sng">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Grafik 9"/>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9088556" y="254652"/>
            <a:ext cx="2741417" cy="71821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b="1" kern="1200" cap="none" baseline="0">
          <a:solidFill>
            <a:schemeClr val="tx1"/>
          </a:solidFill>
          <a:latin typeface="+mj-lt"/>
          <a:ea typeface="+mj-ea"/>
          <a:cs typeface="+mj-cs"/>
        </a:defRPr>
      </a:lvl1pPr>
    </p:titleStyle>
    <p:bodyStyle>
      <a:lvl1pPr marL="269875" indent="-269875" algn="l" defTabSz="914400" rtl="0" eaLnBrk="1" latinLnBrk="0" hangingPunct="1">
        <a:lnSpc>
          <a:spcPct val="13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720090" indent="-269875" algn="l" defTabSz="914400" rtl="0" eaLnBrk="1" latinLnBrk="0" hangingPunct="1">
        <a:lnSpc>
          <a:spcPct val="13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2pPr>
      <a:lvl3pPr marL="1080135" indent="-269875" algn="l" defTabSz="914400" rtl="0" eaLnBrk="1" latinLnBrk="0" hangingPunct="1">
        <a:lnSpc>
          <a:spcPct val="130000"/>
        </a:lnSpc>
        <a:spcBef>
          <a:spcPts val="0"/>
        </a:spcBef>
        <a:spcAft>
          <a:spcPts val="1200"/>
        </a:spcAft>
        <a:buFont typeface="Arial" panose="020B0604020202020204" pitchFamily="34" charset="0"/>
        <a:buChar char="–"/>
        <a:defRPr sz="1200" kern="1200">
          <a:solidFill>
            <a:schemeClr val="tx1"/>
          </a:solidFill>
          <a:latin typeface="+mn-lt"/>
          <a:ea typeface="+mn-ea"/>
          <a:cs typeface="+mn-cs"/>
        </a:defRPr>
      </a:lvl3pPr>
      <a:lvl4pPr marL="1440180" indent="-269875" algn="l" defTabSz="914400" rtl="0" eaLnBrk="1" latinLnBrk="0" hangingPunct="1">
        <a:lnSpc>
          <a:spcPct val="130000"/>
        </a:lnSpc>
        <a:spcBef>
          <a:spcPts val="0"/>
        </a:spcBef>
        <a:spcAft>
          <a:spcPts val="1200"/>
        </a:spcAft>
        <a:buFont typeface="Arial" panose="020B0604020202020204" pitchFamily="34" charset="0"/>
        <a:buChar char="–"/>
        <a:defRPr sz="1200" kern="1200">
          <a:solidFill>
            <a:schemeClr val="tx1"/>
          </a:solidFill>
          <a:latin typeface="+mn-lt"/>
          <a:ea typeface="+mn-ea"/>
          <a:cs typeface="+mn-cs"/>
        </a:defRPr>
      </a:lvl4pPr>
      <a:lvl5pPr marL="1800225" indent="-269875" algn="l" defTabSz="914400" rtl="0" eaLnBrk="1" latinLnBrk="0" hangingPunct="1">
        <a:lnSpc>
          <a:spcPct val="130000"/>
        </a:lnSpc>
        <a:spcBef>
          <a:spcPts val="0"/>
        </a:spcBef>
        <a:spcAft>
          <a:spcPts val="12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
          <p:cNvSpPr>
            <a:spLocks noGrp="1"/>
          </p:cNvSpPr>
          <p:nvPr>
            <p:ph type="title"/>
          </p:nvPr>
        </p:nvSpPr>
        <p:spPr bwMode="gray">
          <a:xfrm>
            <a:off x="540000" y="432000"/>
            <a:ext cx="8268720" cy="360000"/>
          </a:xfrm>
          <a:prstGeom prst="rect">
            <a:avLst/>
          </a:prstGeom>
        </p:spPr>
        <p:txBody>
          <a:bodyPr vert="horz" lIns="0" tIns="0" rIns="0" bIns="0" rtlCol="0" anchor="t">
            <a:noAutofit/>
          </a:bodyPr>
          <a:lstStyle/>
          <a:p>
            <a:r>
              <a:rPr lang="de-DE" noProof="0" dirty="0"/>
              <a:t>Titelmasterformat durch Klicken bearbeiten</a:t>
            </a:r>
          </a:p>
        </p:txBody>
      </p:sp>
      <p:sp>
        <p:nvSpPr>
          <p:cNvPr id="3" name="Inhalt"/>
          <p:cNvSpPr>
            <a:spLocks noGrp="1"/>
          </p:cNvSpPr>
          <p:nvPr>
            <p:ph type="body" idx="1"/>
          </p:nvPr>
        </p:nvSpPr>
        <p:spPr bwMode="gray">
          <a:xfrm>
            <a:off x="540000" y="1728000"/>
            <a:ext cx="11112000" cy="4140000"/>
          </a:xfrm>
          <a:prstGeom prst="rect">
            <a:avLst/>
          </a:prstGeom>
        </p:spPr>
        <p:txBody>
          <a:bodyPr vert="horz" lIns="0" tIns="0" rIns="0" bIns="0" rtlCol="0">
            <a:noAutofit/>
          </a:bodyPr>
          <a:lstStyle/>
          <a:p>
            <a:pPr lvl="0"/>
            <a:r>
              <a:rPr lang="de-DE" noProof="0" dirty="0"/>
              <a:t>Textmasterformat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4" name="Datum"/>
          <p:cNvSpPr>
            <a:spLocks noGrp="1"/>
          </p:cNvSpPr>
          <p:nvPr>
            <p:ph type="dt" sz="half" idx="2"/>
          </p:nvPr>
        </p:nvSpPr>
        <p:spPr bwMode="gray">
          <a:xfrm>
            <a:off x="9525403" y="6493063"/>
            <a:ext cx="1765820" cy="288000"/>
          </a:xfrm>
          <a:prstGeom prst="rect">
            <a:avLst/>
          </a:prstGeom>
        </p:spPr>
        <p:txBody>
          <a:bodyPr vert="horz" lIns="0" tIns="0" rIns="0" bIns="0" rtlCol="0" anchor="ctr" anchorCtr="0"/>
          <a:lstStyle>
            <a:lvl1pPr algn="r">
              <a:defRPr sz="800">
                <a:solidFill>
                  <a:schemeClr val="tx1">
                    <a:lumMod val="20000"/>
                    <a:lumOff val="80000"/>
                  </a:schemeClr>
                </a:solidFill>
              </a:defRPr>
            </a:lvl1pPr>
          </a:lstStyle>
          <a:p>
            <a:r>
              <a:rPr lang="en-US"/>
              <a:t>3rd December 2024</a:t>
            </a:r>
            <a:endParaRPr lang="de-DE" dirty="0"/>
          </a:p>
        </p:txBody>
      </p:sp>
      <p:sp>
        <p:nvSpPr>
          <p:cNvPr id="5" name="Fußzeile"/>
          <p:cNvSpPr>
            <a:spLocks noGrp="1"/>
          </p:cNvSpPr>
          <p:nvPr>
            <p:ph type="ftr" sz="quarter" idx="3"/>
          </p:nvPr>
        </p:nvSpPr>
        <p:spPr bwMode="gray">
          <a:xfrm>
            <a:off x="540000" y="6493063"/>
            <a:ext cx="7560000" cy="288000"/>
          </a:xfrm>
          <a:prstGeom prst="rect">
            <a:avLst/>
          </a:prstGeom>
        </p:spPr>
        <p:txBody>
          <a:bodyPr vert="horz" lIns="0" tIns="0" rIns="0" bIns="0" rtlCol="0" anchor="ctr" anchorCtr="0"/>
          <a:lstStyle>
            <a:lvl1pPr algn="l">
              <a:defRPr sz="800">
                <a:solidFill>
                  <a:schemeClr val="tx1">
                    <a:lumMod val="20000"/>
                    <a:lumOff val="80000"/>
                  </a:schemeClr>
                </a:solidFill>
              </a:defRPr>
            </a:lvl1pPr>
          </a:lstStyle>
          <a:p>
            <a:r>
              <a:rPr lang="de-DE"/>
              <a:t>IC – Intercultural Competences | Aabha Rajeev Tembe &amp; Rinkal Keyul Zadafiya | Amberg | 2-16</a:t>
            </a:r>
            <a:endParaRPr lang="de-DE" dirty="0"/>
          </a:p>
        </p:txBody>
      </p:sp>
      <p:sp>
        <p:nvSpPr>
          <p:cNvPr id="6" name="Foliennummer"/>
          <p:cNvSpPr>
            <a:spLocks noGrp="1"/>
          </p:cNvSpPr>
          <p:nvPr>
            <p:ph type="sldNum" sz="quarter" idx="4"/>
          </p:nvPr>
        </p:nvSpPr>
        <p:spPr bwMode="gray">
          <a:xfrm>
            <a:off x="11341456" y="6493063"/>
            <a:ext cx="310544" cy="288000"/>
          </a:xfrm>
          <a:prstGeom prst="rect">
            <a:avLst/>
          </a:prstGeom>
        </p:spPr>
        <p:txBody>
          <a:bodyPr vert="horz" lIns="0" tIns="0" rIns="0" bIns="0" rtlCol="0" anchor="ctr" anchorCtr="0"/>
          <a:lstStyle>
            <a:lvl1pPr algn="r">
              <a:defRPr sz="800">
                <a:solidFill>
                  <a:schemeClr val="tx1">
                    <a:lumMod val="20000"/>
                    <a:lumOff val="80000"/>
                  </a:schemeClr>
                </a:solidFill>
              </a:defRPr>
            </a:lvl1pPr>
          </a:lstStyle>
          <a:p>
            <a:fld id="{02CEFE82-39F2-4F47-8A0C-D5AB3496FA5C}" type="slidenum">
              <a:rPr lang="de-DE" smtClean="0"/>
              <a:t>‹#›</a:t>
            </a:fld>
            <a:endParaRPr lang="de-DE" dirty="0"/>
          </a:p>
        </p:txBody>
      </p:sp>
      <p:cxnSp>
        <p:nvCxnSpPr>
          <p:cNvPr id="9" name="Straight Connector 8"/>
          <p:cNvCxnSpPr/>
          <p:nvPr userDrawn="1"/>
        </p:nvCxnSpPr>
        <p:spPr bwMode="gray">
          <a:xfrm>
            <a:off x="540000" y="1305318"/>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p:nvPr userDrawn="1"/>
        </p:nvCxnSpPr>
        <p:spPr bwMode="gray">
          <a:xfrm>
            <a:off x="540004" y="6426000"/>
            <a:ext cx="11112001" cy="0"/>
          </a:xfrm>
          <a:prstGeom prst="line">
            <a:avLst/>
          </a:prstGeom>
          <a:ln w="12700" cap="rnd" cmpd="sng">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Grafik 9"/>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9088556" y="254652"/>
            <a:ext cx="2741417" cy="718214"/>
          </a:xfrm>
          <a:prstGeom prst="rect">
            <a:avLst/>
          </a:prstGeom>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b="1" kern="1200" cap="none" baseline="0">
          <a:solidFill>
            <a:schemeClr val="tx1"/>
          </a:solidFill>
          <a:latin typeface="+mj-lt"/>
          <a:ea typeface="+mj-ea"/>
          <a:cs typeface="+mj-cs"/>
        </a:defRPr>
      </a:lvl1pPr>
    </p:titleStyle>
    <p:bodyStyle>
      <a:lvl1pPr marL="269875" indent="-269875" algn="l" defTabSz="914400" rtl="0" eaLnBrk="1" latinLnBrk="0" hangingPunct="1">
        <a:lnSpc>
          <a:spcPct val="13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720090" indent="-269875" algn="l" defTabSz="914400" rtl="0" eaLnBrk="1" latinLnBrk="0" hangingPunct="1">
        <a:lnSpc>
          <a:spcPct val="13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2pPr>
      <a:lvl3pPr marL="1080135" indent="-269875" algn="l" defTabSz="914400" rtl="0" eaLnBrk="1" latinLnBrk="0" hangingPunct="1">
        <a:lnSpc>
          <a:spcPct val="130000"/>
        </a:lnSpc>
        <a:spcBef>
          <a:spcPts val="0"/>
        </a:spcBef>
        <a:spcAft>
          <a:spcPts val="1200"/>
        </a:spcAft>
        <a:buFont typeface="Arial" panose="020B0604020202020204" pitchFamily="34" charset="0"/>
        <a:buChar char="–"/>
        <a:defRPr sz="1200" kern="1200">
          <a:solidFill>
            <a:schemeClr val="tx1"/>
          </a:solidFill>
          <a:latin typeface="+mn-lt"/>
          <a:ea typeface="+mn-ea"/>
          <a:cs typeface="+mn-cs"/>
        </a:defRPr>
      </a:lvl3pPr>
      <a:lvl4pPr marL="1440180" indent="-269875" algn="l" defTabSz="914400" rtl="0" eaLnBrk="1" latinLnBrk="0" hangingPunct="1">
        <a:lnSpc>
          <a:spcPct val="130000"/>
        </a:lnSpc>
        <a:spcBef>
          <a:spcPts val="0"/>
        </a:spcBef>
        <a:spcAft>
          <a:spcPts val="1200"/>
        </a:spcAft>
        <a:buFont typeface="Arial" panose="020B0604020202020204" pitchFamily="34" charset="0"/>
        <a:buChar char="–"/>
        <a:defRPr sz="1200" kern="1200">
          <a:solidFill>
            <a:schemeClr val="tx1"/>
          </a:solidFill>
          <a:latin typeface="+mn-lt"/>
          <a:ea typeface="+mn-ea"/>
          <a:cs typeface="+mn-cs"/>
        </a:defRPr>
      </a:lvl4pPr>
      <a:lvl5pPr marL="1800225" indent="-269875" algn="l" defTabSz="914400" rtl="0" eaLnBrk="1" latinLnBrk="0" hangingPunct="1">
        <a:lnSpc>
          <a:spcPct val="130000"/>
        </a:lnSpc>
        <a:spcBef>
          <a:spcPts val="0"/>
        </a:spcBef>
        <a:spcAft>
          <a:spcPts val="12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
          <p:cNvSpPr>
            <a:spLocks noGrp="1"/>
          </p:cNvSpPr>
          <p:nvPr>
            <p:ph type="title"/>
          </p:nvPr>
        </p:nvSpPr>
        <p:spPr bwMode="gray">
          <a:xfrm>
            <a:off x="540000" y="432000"/>
            <a:ext cx="8268720" cy="360000"/>
          </a:xfrm>
          <a:prstGeom prst="rect">
            <a:avLst/>
          </a:prstGeom>
        </p:spPr>
        <p:txBody>
          <a:bodyPr vert="horz" lIns="0" tIns="0" rIns="0" bIns="0" rtlCol="0" anchor="t">
            <a:noAutofit/>
          </a:bodyPr>
          <a:lstStyle/>
          <a:p>
            <a:r>
              <a:rPr lang="de-DE" noProof="0" dirty="0"/>
              <a:t>Titelmasterformat durch Klicken bearbeiten</a:t>
            </a:r>
          </a:p>
        </p:txBody>
      </p:sp>
      <p:sp>
        <p:nvSpPr>
          <p:cNvPr id="3" name="Inhalt"/>
          <p:cNvSpPr>
            <a:spLocks noGrp="1"/>
          </p:cNvSpPr>
          <p:nvPr>
            <p:ph type="body" idx="1"/>
          </p:nvPr>
        </p:nvSpPr>
        <p:spPr bwMode="gray">
          <a:xfrm>
            <a:off x="540000" y="1728000"/>
            <a:ext cx="11112000" cy="4140000"/>
          </a:xfrm>
          <a:prstGeom prst="rect">
            <a:avLst/>
          </a:prstGeom>
        </p:spPr>
        <p:txBody>
          <a:bodyPr vert="horz" lIns="0" tIns="0" rIns="0" bIns="0" rtlCol="0">
            <a:noAutofit/>
          </a:bodyPr>
          <a:lstStyle/>
          <a:p>
            <a:pPr lvl="0"/>
            <a:r>
              <a:rPr lang="de-DE" noProof="0" dirty="0"/>
              <a:t>Textmasterformat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4" name="Datum"/>
          <p:cNvSpPr>
            <a:spLocks noGrp="1"/>
          </p:cNvSpPr>
          <p:nvPr>
            <p:ph type="dt" sz="half" idx="2"/>
          </p:nvPr>
        </p:nvSpPr>
        <p:spPr bwMode="gray">
          <a:xfrm>
            <a:off x="9525403" y="6493063"/>
            <a:ext cx="1765820" cy="288000"/>
          </a:xfrm>
          <a:prstGeom prst="rect">
            <a:avLst/>
          </a:prstGeom>
        </p:spPr>
        <p:txBody>
          <a:bodyPr vert="horz" lIns="0" tIns="0" rIns="0" bIns="0" rtlCol="0" anchor="ctr" anchorCtr="0"/>
          <a:lstStyle>
            <a:lvl1pPr algn="r">
              <a:defRPr sz="800">
                <a:solidFill>
                  <a:schemeClr val="tx1">
                    <a:lumMod val="20000"/>
                    <a:lumOff val="80000"/>
                  </a:schemeClr>
                </a:solidFill>
              </a:defRPr>
            </a:lvl1pPr>
          </a:lstStyle>
          <a:p>
            <a:r>
              <a:rPr lang="en-US"/>
              <a:t>3rd December 2024</a:t>
            </a:r>
            <a:endParaRPr lang="de-DE" dirty="0"/>
          </a:p>
        </p:txBody>
      </p:sp>
      <p:sp>
        <p:nvSpPr>
          <p:cNvPr id="5" name="Fußzeile"/>
          <p:cNvSpPr>
            <a:spLocks noGrp="1"/>
          </p:cNvSpPr>
          <p:nvPr>
            <p:ph type="ftr" sz="quarter" idx="3"/>
          </p:nvPr>
        </p:nvSpPr>
        <p:spPr bwMode="gray">
          <a:xfrm>
            <a:off x="540000" y="6493063"/>
            <a:ext cx="7560000" cy="288000"/>
          </a:xfrm>
          <a:prstGeom prst="rect">
            <a:avLst/>
          </a:prstGeom>
        </p:spPr>
        <p:txBody>
          <a:bodyPr vert="horz" lIns="0" tIns="0" rIns="0" bIns="0" rtlCol="0" anchor="ctr" anchorCtr="0"/>
          <a:lstStyle>
            <a:lvl1pPr algn="l">
              <a:defRPr sz="800">
                <a:solidFill>
                  <a:schemeClr val="tx1">
                    <a:lumMod val="20000"/>
                    <a:lumOff val="80000"/>
                  </a:schemeClr>
                </a:solidFill>
              </a:defRPr>
            </a:lvl1pPr>
          </a:lstStyle>
          <a:p>
            <a:r>
              <a:rPr lang="de-DE"/>
              <a:t>IC – Intercultural Competences | Aabha Rajeev Tembe &amp; Rinkal Keyul Zadafiya | Amberg | 2-16</a:t>
            </a:r>
            <a:endParaRPr lang="de-DE" dirty="0"/>
          </a:p>
        </p:txBody>
      </p:sp>
      <p:sp>
        <p:nvSpPr>
          <p:cNvPr id="6" name="Foliennummer"/>
          <p:cNvSpPr>
            <a:spLocks noGrp="1"/>
          </p:cNvSpPr>
          <p:nvPr>
            <p:ph type="sldNum" sz="quarter" idx="4"/>
          </p:nvPr>
        </p:nvSpPr>
        <p:spPr bwMode="gray">
          <a:xfrm>
            <a:off x="11341456" y="6493063"/>
            <a:ext cx="310544" cy="288000"/>
          </a:xfrm>
          <a:prstGeom prst="rect">
            <a:avLst/>
          </a:prstGeom>
        </p:spPr>
        <p:txBody>
          <a:bodyPr vert="horz" lIns="0" tIns="0" rIns="0" bIns="0" rtlCol="0" anchor="ctr" anchorCtr="0"/>
          <a:lstStyle>
            <a:lvl1pPr algn="r">
              <a:defRPr sz="800">
                <a:solidFill>
                  <a:schemeClr val="tx1">
                    <a:lumMod val="20000"/>
                    <a:lumOff val="80000"/>
                  </a:schemeClr>
                </a:solidFill>
              </a:defRPr>
            </a:lvl1pPr>
          </a:lstStyle>
          <a:p>
            <a:fld id="{02CEFE82-39F2-4F47-8A0C-D5AB3496FA5C}" type="slidenum">
              <a:rPr lang="de-DE" smtClean="0"/>
              <a:t>‹#›</a:t>
            </a:fld>
            <a:endParaRPr lang="de-DE" dirty="0"/>
          </a:p>
        </p:txBody>
      </p:sp>
      <p:cxnSp>
        <p:nvCxnSpPr>
          <p:cNvPr id="9" name="Straight Connector 8"/>
          <p:cNvCxnSpPr/>
          <p:nvPr userDrawn="1"/>
        </p:nvCxnSpPr>
        <p:spPr bwMode="gray">
          <a:xfrm>
            <a:off x="540000" y="1305318"/>
            <a:ext cx="720000" cy="0"/>
          </a:xfrm>
          <a:prstGeom prst="line">
            <a:avLst/>
          </a:prstGeom>
          <a:ln w="38100" cap="rnd" cmpd="sng">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p:nvPr userDrawn="1"/>
        </p:nvCxnSpPr>
        <p:spPr bwMode="gray">
          <a:xfrm>
            <a:off x="540004" y="6426000"/>
            <a:ext cx="11112001" cy="0"/>
          </a:xfrm>
          <a:prstGeom prst="line">
            <a:avLst/>
          </a:prstGeom>
          <a:ln w="12700" cap="rnd" cmpd="sng">
            <a:solidFill>
              <a:schemeClr val="bg2"/>
            </a:solidFill>
          </a:ln>
        </p:spPr>
        <p:style>
          <a:lnRef idx="1">
            <a:schemeClr val="accent1"/>
          </a:lnRef>
          <a:fillRef idx="0">
            <a:schemeClr val="accent1"/>
          </a:fillRef>
          <a:effectRef idx="0">
            <a:schemeClr val="accent1"/>
          </a:effectRef>
          <a:fontRef idx="minor">
            <a:schemeClr val="tx1"/>
          </a:fontRef>
        </p:style>
      </p:cxnSp>
      <p:pic>
        <p:nvPicPr>
          <p:cNvPr id="10" name="Grafik 9"/>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9088556" y="254652"/>
            <a:ext cx="2741417" cy="718214"/>
          </a:xfrm>
          <a:prstGeom prst="rect">
            <a:avLst/>
          </a:prstGeom>
        </p:spPr>
      </p:pic>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 id="2147483763" r:id="rId29"/>
    <p:sldLayoutId id="2147483764" r:id="rId30"/>
    <p:sldLayoutId id="2147483765" r:id="rId31"/>
    <p:sldLayoutId id="2147483766" r:id="rId32"/>
    <p:sldLayoutId id="2147483767" r:id="rId33"/>
    <p:sldLayoutId id="2147483768" r:id="rId34"/>
    <p:sldLayoutId id="2147483769" r:id="rId35"/>
    <p:sldLayoutId id="2147483770" r:id="rId36"/>
    <p:sldLayoutId id="2147483771" r:id="rId37"/>
    <p:sldLayoutId id="2147483772" r:id="rId38"/>
    <p:sldLayoutId id="2147483773" r:id="rId39"/>
    <p:sldLayoutId id="2147483774" r:id="rId40"/>
    <p:sldLayoutId id="2147483775" r:id="rId41"/>
    <p:sldLayoutId id="2147483776" r:id="rId4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b="1" kern="1200" cap="none" baseline="0">
          <a:solidFill>
            <a:schemeClr val="tx1"/>
          </a:solidFill>
          <a:latin typeface="+mj-lt"/>
          <a:ea typeface="+mj-ea"/>
          <a:cs typeface="+mj-cs"/>
        </a:defRPr>
      </a:lvl1pPr>
    </p:titleStyle>
    <p:bodyStyle>
      <a:lvl1pPr marL="269875" indent="-269875" algn="l" defTabSz="914400" rtl="0" eaLnBrk="1" latinLnBrk="0" hangingPunct="1">
        <a:lnSpc>
          <a:spcPct val="13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720090" indent="-269875" algn="l" defTabSz="914400" rtl="0" eaLnBrk="1" latinLnBrk="0" hangingPunct="1">
        <a:lnSpc>
          <a:spcPct val="13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2pPr>
      <a:lvl3pPr marL="1080135" indent="-269875" algn="l" defTabSz="914400" rtl="0" eaLnBrk="1" latinLnBrk="0" hangingPunct="1">
        <a:lnSpc>
          <a:spcPct val="130000"/>
        </a:lnSpc>
        <a:spcBef>
          <a:spcPts val="0"/>
        </a:spcBef>
        <a:spcAft>
          <a:spcPts val="1200"/>
        </a:spcAft>
        <a:buFont typeface="Arial" panose="020B0604020202020204" pitchFamily="34" charset="0"/>
        <a:buChar char="–"/>
        <a:defRPr sz="1200" kern="1200">
          <a:solidFill>
            <a:schemeClr val="tx1"/>
          </a:solidFill>
          <a:latin typeface="+mn-lt"/>
          <a:ea typeface="+mn-ea"/>
          <a:cs typeface="+mn-cs"/>
        </a:defRPr>
      </a:lvl3pPr>
      <a:lvl4pPr marL="1440180" indent="-269875" algn="l" defTabSz="914400" rtl="0" eaLnBrk="1" latinLnBrk="0" hangingPunct="1">
        <a:lnSpc>
          <a:spcPct val="130000"/>
        </a:lnSpc>
        <a:spcBef>
          <a:spcPts val="0"/>
        </a:spcBef>
        <a:spcAft>
          <a:spcPts val="1200"/>
        </a:spcAft>
        <a:buFont typeface="Arial" panose="020B0604020202020204" pitchFamily="34" charset="0"/>
        <a:buChar char="–"/>
        <a:defRPr sz="1200" kern="1200">
          <a:solidFill>
            <a:schemeClr val="tx1"/>
          </a:solidFill>
          <a:latin typeface="+mn-lt"/>
          <a:ea typeface="+mn-ea"/>
          <a:cs typeface="+mn-cs"/>
        </a:defRPr>
      </a:lvl4pPr>
      <a:lvl5pPr marL="1800225" indent="-269875" algn="l" defTabSz="914400" rtl="0" eaLnBrk="1" latinLnBrk="0" hangingPunct="1">
        <a:lnSpc>
          <a:spcPct val="130000"/>
        </a:lnSpc>
        <a:spcBef>
          <a:spcPts val="0"/>
        </a:spcBef>
        <a:spcAft>
          <a:spcPts val="12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7"/>
          <p:cNvPicPr>
            <a:picLocks noGrp="1" noChangeAspect="1"/>
          </p:cNvPicPr>
          <p:nvPr>
            <p:ph type="pic" sz="quarter" idx="10"/>
          </p:nvPr>
        </p:nvPicPr>
        <p:blipFill rotWithShape="1">
          <a:blip r:embed="rId2"/>
          <a:srcRect t="30328" b="3386"/>
          <a:stretch>
            <a:fillRect/>
          </a:stretch>
        </p:blipFill>
        <p:spPr bwMode="gray">
          <a:xfrm>
            <a:off x="1" y="1244140"/>
            <a:ext cx="11651467" cy="3307824"/>
          </a:xfrm>
        </p:spPr>
      </p:pic>
      <p:sp>
        <p:nvSpPr>
          <p:cNvPr id="3" name="Textplatzhalter 2"/>
          <p:cNvSpPr>
            <a:spLocks noGrp="1"/>
          </p:cNvSpPr>
          <p:nvPr>
            <p:ph type="body" sz="quarter" idx="13"/>
          </p:nvPr>
        </p:nvSpPr>
        <p:spPr>
          <a:xfrm>
            <a:off x="167308" y="4841153"/>
            <a:ext cx="11112000" cy="1102447"/>
          </a:xfrm>
        </p:spPr>
        <p:txBody>
          <a:bodyPr/>
          <a:lstStyle/>
          <a:p>
            <a:r>
              <a:rPr lang="de-DE" b="1" dirty="0"/>
              <a:t>WISE 2025 PRS Project </a:t>
            </a:r>
          </a:p>
          <a:p>
            <a:endParaRPr lang="en-US" b="1" dirty="0"/>
          </a:p>
          <a:p>
            <a:r>
              <a:rPr lang="de-DE" b="1" dirty="0"/>
              <a:t> SAI SURYA ALLA, SATHWIK NAGASUNDARA SHARMA</a:t>
            </a:r>
            <a:endParaRPr lang="de-DE" dirty="0"/>
          </a:p>
        </p:txBody>
      </p:sp>
      <p:sp>
        <p:nvSpPr>
          <p:cNvPr id="7" name="Textplatzhalter 3"/>
          <p:cNvSpPr>
            <a:spLocks noGrp="1"/>
          </p:cNvSpPr>
          <p:nvPr>
            <p:ph type="body" sz="quarter" idx="14"/>
          </p:nvPr>
        </p:nvSpPr>
        <p:spPr>
          <a:xfrm>
            <a:off x="540533" y="6471285"/>
            <a:ext cx="11110939" cy="216000"/>
          </a:xfrm>
        </p:spPr>
        <p:txBody>
          <a:bodyPr/>
          <a:lstStyle/>
          <a:p>
            <a:r>
              <a:rPr lang="de-DE" dirty="0"/>
              <a:t>© 2025 OTH Amberg-Weiden</a:t>
            </a:r>
          </a:p>
        </p:txBody>
      </p:sp>
      <p:sp>
        <p:nvSpPr>
          <p:cNvPr id="4" name="TextBox 3">
            <a:extLst>
              <a:ext uri="{FF2B5EF4-FFF2-40B4-BE49-F238E27FC236}">
                <a16:creationId xmlns:a16="http://schemas.microsoft.com/office/drawing/2014/main" id="{3744A807-3D00-6E5B-A8C5-58CE8AD11F9B}"/>
              </a:ext>
            </a:extLst>
          </p:cNvPr>
          <p:cNvSpPr txBox="1"/>
          <p:nvPr/>
        </p:nvSpPr>
        <p:spPr bwMode="gray">
          <a:xfrm>
            <a:off x="267030" y="407048"/>
            <a:ext cx="6098720" cy="461665"/>
          </a:xfrm>
          <a:prstGeom prst="rect">
            <a:avLst/>
          </a:prstGeom>
          <a:noFill/>
        </p:spPr>
        <p:txBody>
          <a:bodyPr wrap="square">
            <a:spAutoFit/>
          </a:bodyPr>
          <a:lstStyle/>
          <a:p>
            <a:r>
              <a:rPr lang="en-US" sz="2400" b="1" dirty="0">
                <a:solidFill>
                  <a:schemeClr val="bg1"/>
                </a:solidFill>
              </a:rPr>
              <a:t>Analysis of Electric Vehicle Charging Stations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6"/>
          </p:nvPr>
        </p:nvSpPr>
        <p:spPr bwMode="gray"/>
        <p:txBody>
          <a:bodyPr/>
          <a:lstStyle/>
          <a:p>
            <a:fld id="{02CEFE82-39F2-4F47-8A0C-D5AB3496FA5C}" type="slidenum">
              <a:rPr lang="de-DE" noProof="0" smtClean="0"/>
              <a:t>2</a:t>
            </a:fld>
            <a:endParaRPr lang="de-DE" noProof="0" dirty="0"/>
          </a:p>
        </p:txBody>
      </p:sp>
      <p:sp>
        <p:nvSpPr>
          <p:cNvPr id="8" name="Textplatzhalter 7"/>
          <p:cNvSpPr>
            <a:spLocks noGrp="1"/>
          </p:cNvSpPr>
          <p:nvPr>
            <p:ph type="body" sz="quarter" idx="19"/>
          </p:nvPr>
        </p:nvSpPr>
        <p:spPr bwMode="gray"/>
        <p:txBody>
          <a:bodyPr/>
          <a:lstStyle/>
          <a:p>
            <a:pPr algn="just"/>
            <a:r>
              <a:rPr lang="de-DE" dirty="0"/>
              <a:t>1</a:t>
            </a:r>
          </a:p>
        </p:txBody>
      </p:sp>
      <p:sp>
        <p:nvSpPr>
          <p:cNvPr id="9" name="Textplatzhalter 8"/>
          <p:cNvSpPr>
            <a:spLocks noGrp="1"/>
          </p:cNvSpPr>
          <p:nvPr>
            <p:ph type="body" sz="quarter" idx="20"/>
          </p:nvPr>
        </p:nvSpPr>
        <p:spPr bwMode="gray"/>
        <p:txBody>
          <a:bodyPr/>
          <a:lstStyle/>
          <a:p>
            <a:pPr algn="just"/>
            <a:r>
              <a:rPr lang="de-DE" dirty="0"/>
              <a:t>2</a:t>
            </a:r>
          </a:p>
        </p:txBody>
      </p:sp>
      <p:sp>
        <p:nvSpPr>
          <p:cNvPr id="10" name="Textplatzhalter 9"/>
          <p:cNvSpPr>
            <a:spLocks noGrp="1"/>
          </p:cNvSpPr>
          <p:nvPr>
            <p:ph type="body" sz="quarter" idx="21"/>
          </p:nvPr>
        </p:nvSpPr>
        <p:spPr bwMode="gray"/>
        <p:txBody>
          <a:bodyPr/>
          <a:lstStyle/>
          <a:p>
            <a:pPr algn="just"/>
            <a:r>
              <a:rPr lang="de-DE" dirty="0"/>
              <a:t>3</a:t>
            </a:r>
          </a:p>
        </p:txBody>
      </p:sp>
      <p:sp>
        <p:nvSpPr>
          <p:cNvPr id="12" name="Textplatzhalter 11"/>
          <p:cNvSpPr>
            <a:spLocks noGrp="1"/>
          </p:cNvSpPr>
          <p:nvPr>
            <p:ph type="body" sz="quarter" idx="23"/>
          </p:nvPr>
        </p:nvSpPr>
        <p:spPr bwMode="gray"/>
        <p:txBody>
          <a:bodyPr/>
          <a:lstStyle/>
          <a:p>
            <a:pPr algn="just"/>
            <a:r>
              <a:rPr lang="de-DE" dirty="0"/>
              <a:t> </a:t>
            </a:r>
          </a:p>
        </p:txBody>
      </p:sp>
      <p:sp>
        <p:nvSpPr>
          <p:cNvPr id="13" name="Textplatzhalter 12"/>
          <p:cNvSpPr>
            <a:spLocks noGrp="1"/>
          </p:cNvSpPr>
          <p:nvPr>
            <p:ph type="body" sz="quarter" idx="24"/>
          </p:nvPr>
        </p:nvSpPr>
        <p:spPr bwMode="gray">
          <a:solidFill>
            <a:schemeClr val="accent1"/>
          </a:solidFill>
          <a:ln>
            <a:noFill/>
          </a:ln>
        </p:spPr>
        <p:txBody>
          <a:bodyPr/>
          <a:lstStyle/>
          <a:p>
            <a:pPr algn="just"/>
            <a:r>
              <a:rPr lang="de-DE" dirty="0"/>
              <a:t> </a:t>
            </a:r>
          </a:p>
        </p:txBody>
      </p:sp>
      <p:sp>
        <p:nvSpPr>
          <p:cNvPr id="14" name="Textplatzhalter 13"/>
          <p:cNvSpPr>
            <a:spLocks noGrp="1"/>
          </p:cNvSpPr>
          <p:nvPr>
            <p:ph type="body" sz="quarter" idx="25"/>
          </p:nvPr>
        </p:nvSpPr>
        <p:spPr bwMode="gray">
          <a:xfrm>
            <a:off x="2032205" y="1936404"/>
            <a:ext cx="3600000" cy="814387"/>
          </a:xfrm>
        </p:spPr>
        <p:txBody>
          <a:bodyPr/>
          <a:lstStyle/>
          <a:p>
            <a:pPr algn="just"/>
            <a:r>
              <a:rPr lang="en-US" dirty="0"/>
              <a:t>Introduction</a:t>
            </a:r>
            <a:endParaRPr lang="de-DE" b="1" dirty="0"/>
          </a:p>
        </p:txBody>
      </p:sp>
      <p:sp>
        <p:nvSpPr>
          <p:cNvPr id="15" name="Textplatzhalter 14"/>
          <p:cNvSpPr>
            <a:spLocks noGrp="1"/>
          </p:cNvSpPr>
          <p:nvPr>
            <p:ph type="body" sz="quarter" idx="26"/>
          </p:nvPr>
        </p:nvSpPr>
        <p:spPr bwMode="gray"/>
        <p:txBody>
          <a:bodyPr/>
          <a:lstStyle/>
          <a:p>
            <a:pPr algn="just"/>
            <a:r>
              <a:rPr lang="de-DE" dirty="0"/>
              <a:t>Questions</a:t>
            </a:r>
            <a:endParaRPr lang="de-DE" b="1" dirty="0"/>
          </a:p>
        </p:txBody>
      </p:sp>
      <p:sp>
        <p:nvSpPr>
          <p:cNvPr id="16" name="Textplatzhalter 15"/>
          <p:cNvSpPr>
            <a:spLocks noGrp="1"/>
          </p:cNvSpPr>
          <p:nvPr>
            <p:ph type="body" sz="quarter" idx="27"/>
          </p:nvPr>
        </p:nvSpPr>
        <p:spPr bwMode="gray"/>
        <p:txBody>
          <a:bodyPr/>
          <a:lstStyle/>
          <a:p>
            <a:pPr algn="just"/>
            <a:endParaRPr lang="en-US" dirty="0">
              <a:sym typeface="+mn-ea"/>
            </a:endParaRPr>
          </a:p>
          <a:p>
            <a:pPr algn="just"/>
            <a:r>
              <a:rPr lang="de-DE" dirty="0"/>
              <a:t>Applied Method</a:t>
            </a:r>
          </a:p>
          <a:p>
            <a:pPr algn="just"/>
            <a:endParaRPr lang="de-DE" dirty="0"/>
          </a:p>
        </p:txBody>
      </p:sp>
      <p:sp>
        <p:nvSpPr>
          <p:cNvPr id="17" name="Textplatzhalter 16"/>
          <p:cNvSpPr>
            <a:spLocks noGrp="1"/>
          </p:cNvSpPr>
          <p:nvPr>
            <p:ph type="body" sz="quarter" idx="28"/>
          </p:nvPr>
        </p:nvSpPr>
        <p:spPr bwMode="gray">
          <a:xfrm>
            <a:off x="6711531" y="1981761"/>
            <a:ext cx="1062039" cy="815313"/>
          </a:xfrm>
        </p:spPr>
        <p:txBody>
          <a:bodyPr/>
          <a:lstStyle/>
          <a:p>
            <a:pPr algn="just"/>
            <a:r>
              <a:rPr lang="de-DE" dirty="0"/>
              <a:t>4</a:t>
            </a:r>
          </a:p>
        </p:txBody>
      </p:sp>
      <p:sp>
        <p:nvSpPr>
          <p:cNvPr id="18" name="Textplatzhalter 17"/>
          <p:cNvSpPr>
            <a:spLocks noGrp="1"/>
          </p:cNvSpPr>
          <p:nvPr>
            <p:ph type="body" sz="quarter" idx="29"/>
          </p:nvPr>
        </p:nvSpPr>
        <p:spPr bwMode="gray">
          <a:xfrm>
            <a:off x="6488646" y="3278903"/>
            <a:ext cx="1062039" cy="815313"/>
          </a:xfrm>
        </p:spPr>
        <p:txBody>
          <a:bodyPr/>
          <a:lstStyle/>
          <a:p>
            <a:pPr algn="just"/>
            <a:r>
              <a:rPr lang="en-US" altLang="de-DE" dirty="0"/>
              <a:t> </a:t>
            </a:r>
            <a:r>
              <a:rPr lang="de-DE" dirty="0"/>
              <a:t>5</a:t>
            </a:r>
          </a:p>
        </p:txBody>
      </p:sp>
      <p:sp>
        <p:nvSpPr>
          <p:cNvPr id="20" name="Textplatzhalter 19"/>
          <p:cNvSpPr>
            <a:spLocks noGrp="1"/>
          </p:cNvSpPr>
          <p:nvPr>
            <p:ph type="body" sz="quarter" idx="31"/>
          </p:nvPr>
        </p:nvSpPr>
        <p:spPr bwMode="gray">
          <a:solidFill>
            <a:schemeClr val="accent1"/>
          </a:solidFill>
          <a:ln>
            <a:noFill/>
          </a:ln>
        </p:spPr>
        <p:txBody>
          <a:bodyPr/>
          <a:lstStyle/>
          <a:p>
            <a:pPr algn="just"/>
            <a:r>
              <a:rPr lang="de-DE" dirty="0"/>
              <a:t> </a:t>
            </a:r>
          </a:p>
        </p:txBody>
      </p:sp>
      <p:sp>
        <p:nvSpPr>
          <p:cNvPr id="23" name="Textplatzhalter 22"/>
          <p:cNvSpPr>
            <a:spLocks noGrp="1"/>
          </p:cNvSpPr>
          <p:nvPr>
            <p:ph type="body" sz="quarter" idx="34"/>
          </p:nvPr>
        </p:nvSpPr>
        <p:spPr bwMode="gray"/>
        <p:txBody>
          <a:bodyPr/>
          <a:lstStyle/>
          <a:p>
            <a:endParaRPr lang="en-US" dirty="0">
              <a:sym typeface="+mn-ea"/>
            </a:endParaRPr>
          </a:p>
          <a:p>
            <a:r>
              <a:rPr lang="de-DE" dirty="0"/>
              <a:t>Results &amp; Findings</a:t>
            </a:r>
          </a:p>
          <a:p>
            <a:endParaRPr lang="de-DE" dirty="0"/>
          </a:p>
        </p:txBody>
      </p:sp>
      <p:sp>
        <p:nvSpPr>
          <p:cNvPr id="24" name="Textplatzhalter 23"/>
          <p:cNvSpPr>
            <a:spLocks noGrp="1"/>
          </p:cNvSpPr>
          <p:nvPr>
            <p:ph type="body" sz="quarter" idx="35"/>
          </p:nvPr>
        </p:nvSpPr>
        <p:spPr bwMode="gray">
          <a:xfrm>
            <a:off x="8056721" y="3299054"/>
            <a:ext cx="3600000" cy="814387"/>
          </a:xfrm>
        </p:spPr>
        <p:txBody>
          <a:bodyPr/>
          <a:lstStyle/>
          <a:p>
            <a:endParaRPr lang="en-US" dirty="0">
              <a:sym typeface="+mn-ea"/>
            </a:endParaRPr>
          </a:p>
          <a:p>
            <a:r>
              <a:rPr lang="en-US" dirty="0">
                <a:sym typeface="+mn-ea"/>
              </a:rPr>
              <a:t>Conclusion </a:t>
            </a:r>
            <a:endParaRPr lang="en-US" dirty="0"/>
          </a:p>
          <a:p>
            <a:endParaRPr lang="en-US" altLang="de-DE" dirty="0"/>
          </a:p>
        </p:txBody>
      </p:sp>
      <p:sp>
        <p:nvSpPr>
          <p:cNvPr id="26" name="Textplatzhalter 25"/>
          <p:cNvSpPr>
            <a:spLocks noGrp="1"/>
          </p:cNvSpPr>
          <p:nvPr>
            <p:ph type="body" sz="quarter" idx="13"/>
          </p:nvPr>
        </p:nvSpPr>
        <p:spPr>
          <a:xfrm>
            <a:off x="540000" y="829124"/>
            <a:ext cx="8268720" cy="531701"/>
          </a:xfrm>
        </p:spPr>
        <p:txBody>
          <a:bodyPr/>
          <a:lstStyle/>
          <a:p>
            <a:pPr algn="just"/>
            <a:r>
              <a:rPr lang="en-US" altLang="de-DE" sz="3200" b="1" dirty="0">
                <a:latin typeface="Times New Roman" panose="02020603050405020304" pitchFamily="18" charset="0"/>
                <a:cs typeface="Times New Roman" panose="02020603050405020304" pitchFamily="18" charset="0"/>
              </a:rPr>
              <a:t>PRESENTATION</a:t>
            </a:r>
            <a:r>
              <a:rPr lang="en-US" altLang="de-DE" sz="3200" b="1" dirty="0">
                <a:latin typeface="Arial" panose="020B0604020202020204" pitchFamily="34" charset="0"/>
                <a:cs typeface="Arial" panose="020B0604020202020204" pitchFamily="34" charset="0"/>
              </a:rPr>
              <a:t> OUTLINE</a:t>
            </a:r>
          </a:p>
        </p:txBody>
      </p:sp>
      <p:sp>
        <p:nvSpPr>
          <p:cNvPr id="2" name="Textfeld 1"/>
          <p:cNvSpPr txBox="1"/>
          <p:nvPr/>
        </p:nvSpPr>
        <p:spPr bwMode="gray">
          <a:xfrm>
            <a:off x="1155032" y="1328287"/>
            <a:ext cx="0" cy="0"/>
          </a:xfrm>
          <a:prstGeom prst="rect">
            <a:avLst/>
          </a:prstGeom>
          <a:noFill/>
        </p:spPr>
        <p:txBody>
          <a:bodyPr wrap="none" lIns="0" tIns="0" rIns="0" bIns="0" rtlCol="0">
            <a:noAutofit/>
          </a:bodyPr>
          <a:lstStyle/>
          <a:p>
            <a:pPr marL="285750" indent="-285750" algn="just">
              <a:lnSpc>
                <a:spcPct val="90000"/>
              </a:lnSpc>
              <a:spcAft>
                <a:spcPts val="1000"/>
              </a:spcAft>
              <a:buClr>
                <a:schemeClr val="accent1"/>
              </a:buClr>
              <a:buFont typeface="Arial" panose="020B0604020202020204" pitchFamily="34" charset="0"/>
              <a:buChar char="•"/>
            </a:pPr>
            <a:endParaRPr lang="de-DE" dirty="0" err="1"/>
          </a:p>
        </p:txBody>
      </p:sp>
      <p:sp>
        <p:nvSpPr>
          <p:cNvPr id="71" name="Text Placeholder 70"/>
          <p:cNvSpPr>
            <a:spLocks noGrp="1"/>
          </p:cNvSpPr>
          <p:nvPr>
            <p:ph type="body" sz="quarter" idx="32"/>
          </p:nvPr>
        </p:nvSpPr>
        <p:spPr/>
        <p:txBody>
          <a:bodyPr/>
          <a:lstStyle/>
          <a:p>
            <a:pPr algn="just"/>
            <a:endParaRPr lang="en-US" dirty="0"/>
          </a:p>
        </p:txBody>
      </p:sp>
      <p:sp>
        <p:nvSpPr>
          <p:cNvPr id="3" name="Date Placeholder 2"/>
          <p:cNvSpPr>
            <a:spLocks noGrp="1"/>
          </p:cNvSpPr>
          <p:nvPr>
            <p:ph type="dt" sz="half" idx="14"/>
          </p:nvPr>
        </p:nvSpPr>
        <p:spPr/>
        <p:txBody>
          <a:bodyPr/>
          <a:lstStyle/>
          <a:p>
            <a:r>
              <a:rPr lang="en-US" noProof="0"/>
              <a:t>3rd December 2024</a:t>
            </a:r>
            <a:endParaRPr lang="de-DE" noProof="0" dirty="0"/>
          </a:p>
        </p:txBody>
      </p:sp>
      <p:sp>
        <p:nvSpPr>
          <p:cNvPr id="4" name="Textplatzhalter 11">
            <a:extLst>
              <a:ext uri="{FF2B5EF4-FFF2-40B4-BE49-F238E27FC236}">
                <a16:creationId xmlns:a16="http://schemas.microsoft.com/office/drawing/2014/main" id="{16541600-D5CF-AAFA-1E2D-1CF48169F733}"/>
              </a:ext>
            </a:extLst>
          </p:cNvPr>
          <p:cNvSpPr txBox="1">
            <a:spLocks/>
          </p:cNvSpPr>
          <p:nvPr/>
        </p:nvSpPr>
        <p:spPr bwMode="gray">
          <a:xfrm rot="5400000">
            <a:off x="1463843" y="2278404"/>
            <a:ext cx="720000" cy="36000"/>
          </a:xfrm>
          <a:prstGeom prst="roundRect">
            <a:avLst>
              <a:gd name="adj" fmla="val 50000"/>
            </a:avLst>
          </a:prstGeom>
          <a:solidFill>
            <a:schemeClr val="accent1"/>
          </a:solidFill>
        </p:spPr>
        <p:txBody>
          <a:bodyPr vert="horz" lIns="0" tIns="0" rIns="0" bIns="0" rtlCol="0">
            <a:noAutofit/>
          </a:bodyPr>
          <a:lstStyle>
            <a:lvl1pPr marL="0" indent="0" algn="l" defTabSz="914400" rtl="0" eaLnBrk="1" latinLnBrk="0" hangingPunct="1">
              <a:lnSpc>
                <a:spcPct val="130000"/>
              </a:lnSpc>
              <a:spcBef>
                <a:spcPts val="0"/>
              </a:spcBef>
              <a:spcAft>
                <a:spcPts val="1200"/>
              </a:spcAft>
              <a:buClr>
                <a:schemeClr val="accent1"/>
              </a:buClr>
              <a:buFont typeface="Arial" panose="020B0604020202020204" pitchFamily="34" charset="0"/>
              <a:buNone/>
              <a:defRPr sz="1800" kern="1200">
                <a:solidFill>
                  <a:schemeClr val="tx1"/>
                </a:solidFill>
                <a:latin typeface="+mn-lt"/>
                <a:ea typeface="+mn-ea"/>
                <a:cs typeface="+mn-cs"/>
              </a:defRPr>
            </a:lvl1pPr>
            <a:lvl2pPr marL="720090" indent="-269875" algn="l" defTabSz="914400" rtl="0" eaLnBrk="1" latinLnBrk="0" hangingPunct="1">
              <a:lnSpc>
                <a:spcPct val="13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2pPr>
            <a:lvl3pPr marL="1080135" indent="-269875" algn="l" defTabSz="914400" rtl="0" eaLnBrk="1" latinLnBrk="0" hangingPunct="1">
              <a:lnSpc>
                <a:spcPct val="130000"/>
              </a:lnSpc>
              <a:spcBef>
                <a:spcPts val="0"/>
              </a:spcBef>
              <a:spcAft>
                <a:spcPts val="1200"/>
              </a:spcAft>
              <a:buFont typeface="Arial" panose="020B0604020202020204" pitchFamily="34" charset="0"/>
              <a:buChar char="–"/>
              <a:defRPr sz="1200" kern="1200">
                <a:solidFill>
                  <a:schemeClr val="tx1"/>
                </a:solidFill>
                <a:latin typeface="+mn-lt"/>
                <a:ea typeface="+mn-ea"/>
                <a:cs typeface="+mn-cs"/>
              </a:defRPr>
            </a:lvl3pPr>
            <a:lvl4pPr marL="1440180" indent="-269875" algn="l" defTabSz="914400" rtl="0" eaLnBrk="1" latinLnBrk="0" hangingPunct="1">
              <a:lnSpc>
                <a:spcPct val="130000"/>
              </a:lnSpc>
              <a:spcBef>
                <a:spcPts val="0"/>
              </a:spcBef>
              <a:spcAft>
                <a:spcPts val="1200"/>
              </a:spcAft>
              <a:buFont typeface="Arial" panose="020B0604020202020204" pitchFamily="34" charset="0"/>
              <a:buChar char="–"/>
              <a:defRPr sz="1200" kern="1200">
                <a:solidFill>
                  <a:schemeClr val="tx1"/>
                </a:solidFill>
                <a:latin typeface="+mn-lt"/>
                <a:ea typeface="+mn-ea"/>
                <a:cs typeface="+mn-cs"/>
              </a:defRPr>
            </a:lvl4pPr>
            <a:lvl5pPr marL="1800225" indent="-269875" algn="l" defTabSz="914400" rtl="0" eaLnBrk="1" latinLnBrk="0" hangingPunct="1">
              <a:lnSpc>
                <a:spcPct val="130000"/>
              </a:lnSpc>
              <a:spcBef>
                <a:spcPts val="0"/>
              </a:spcBef>
              <a:spcAft>
                <a:spcPts val="12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r>
              <a:rPr lang="de-DE"/>
              <a:t> </a:t>
            </a:r>
            <a:endParaRPr lang="de-DE"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6"/>
          </p:nvPr>
        </p:nvSpPr>
        <p:spPr/>
        <p:txBody>
          <a:bodyPr/>
          <a:lstStyle/>
          <a:p>
            <a:fld id="{02CEFE82-39F2-4F47-8A0C-D5AB3496FA5C}" type="slidenum">
              <a:rPr lang="de-DE" noProof="0" smtClean="0"/>
              <a:t>3</a:t>
            </a:fld>
            <a:endParaRPr lang="de-DE" noProof="0" dirty="0"/>
          </a:p>
        </p:txBody>
      </p:sp>
      <p:sp>
        <p:nvSpPr>
          <p:cNvPr id="8" name="Titel 2"/>
          <p:cNvSpPr>
            <a:spLocks noGrp="1"/>
          </p:cNvSpPr>
          <p:nvPr>
            <p:ph type="title"/>
          </p:nvPr>
        </p:nvSpPr>
        <p:spPr>
          <a:xfrm>
            <a:off x="540000" y="432000"/>
            <a:ext cx="8268720" cy="360000"/>
          </a:xfrm>
        </p:spPr>
        <p:txBody>
          <a:bodyPr/>
          <a:lstStyle/>
          <a:p>
            <a:r>
              <a:rPr lang="de-DE" sz="3200" dirty="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Questions</a:t>
            </a:r>
          </a:p>
        </p:txBody>
      </p:sp>
      <p:sp>
        <p:nvSpPr>
          <p:cNvPr id="9" name="Inhaltsplatzhalter 3"/>
          <p:cNvSpPr>
            <a:spLocks noGrp="1"/>
          </p:cNvSpPr>
          <p:nvPr>
            <p:ph sz="quarter" idx="17"/>
          </p:nvPr>
        </p:nvSpPr>
        <p:spPr>
          <a:xfrm>
            <a:off x="549275" y="1517166"/>
            <a:ext cx="11020684" cy="4673563"/>
          </a:xfrm>
        </p:spPr>
        <p:txBody>
          <a:bodyPr/>
          <a:lstStyle/>
          <a:p>
            <a:pPr marL="0" indent="0" algn="just">
              <a:lnSpc>
                <a:spcPct val="100000"/>
              </a:lnSpc>
              <a:buNone/>
            </a:pPr>
            <a:r>
              <a:rPr lang="de-DE" sz="2800" b="1" dirty="0">
                <a:latin typeface="Times New Roman" panose="02020603050405020304" pitchFamily="18" charset="0"/>
                <a:cs typeface="Times New Roman" panose="02020603050405020304" pitchFamily="18" charset="0"/>
              </a:rPr>
              <a:t>Questions</a:t>
            </a:r>
            <a:r>
              <a:rPr lang="en-US" altLang="en-US" sz="2800" b="1" dirty="0">
                <a:latin typeface="Times New Roman" panose="02020603050405020304" pitchFamily="18" charset="0"/>
                <a:cs typeface="Times New Roman" panose="02020603050405020304" pitchFamily="18" charset="0"/>
              </a:rPr>
              <a:t>: </a:t>
            </a:r>
          </a:p>
          <a:p>
            <a:pPr algn="just">
              <a:lnSpc>
                <a:spcPct val="100000"/>
              </a:lnSpc>
            </a:pPr>
            <a:r>
              <a:rPr lang="en-US" dirty="0"/>
              <a:t>Which of the German states has the most charging stations? </a:t>
            </a:r>
          </a:p>
          <a:p>
            <a:pPr algn="just">
              <a:lnSpc>
                <a:spcPct val="100000"/>
              </a:lnSpc>
            </a:pPr>
            <a:r>
              <a:rPr lang="en-US" dirty="0"/>
              <a:t>Which city has the most charging stations in Germany (besides Berlin, Hamburg, Munich and Cologne)? In total, how many charging stations does the city of Amberg have and how much energy can be charged at max?</a:t>
            </a:r>
          </a:p>
          <a:p>
            <a:pPr algn="just">
              <a:lnSpc>
                <a:spcPct val="100000"/>
              </a:lnSpc>
            </a:pPr>
            <a:r>
              <a:rPr lang="en-US" dirty="0"/>
              <a:t>What are the 5 most prominent charging station operators in Germany and how many electric vehicles can each of them charge at once?</a:t>
            </a:r>
          </a:p>
        </p:txBody>
      </p:sp>
      <p:sp>
        <p:nvSpPr>
          <p:cNvPr id="11" name="Date Placeholder 1"/>
          <p:cNvSpPr>
            <a:spLocks noGrp="1"/>
          </p:cNvSpPr>
          <p:nvPr/>
        </p:nvSpPr>
        <p:spPr>
          <a:xfrm>
            <a:off x="9652403" y="6620063"/>
            <a:ext cx="1765820" cy="288000"/>
          </a:xfrm>
          <a:prstGeom prst="rect">
            <a:avLst/>
          </a:prstGeom>
        </p:spPr>
        <p:txBody>
          <a:bodyPr vert="horz" lIns="0" tIns="0" rIns="0" bIns="0" rtlCol="0" anchor="ctr" anchorCtr="0"/>
          <a:lstStyle>
            <a:defPPr>
              <a:defRPr lang="en-US"/>
            </a:defPPr>
            <a:lvl1pPr marL="0" algn="r" defTabSz="914400" rtl="0" eaLnBrk="1" latinLnBrk="0" hangingPunct="1">
              <a:defRPr sz="800" kern="1200">
                <a:solidFill>
                  <a:schemeClr val="tx1">
                    <a:lumMod val="20000"/>
                    <a:lumOff val="8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t>3rd December 2024</a:t>
            </a:r>
            <a:endParaRPr lang="de-DE" noProof="0" dirty="0"/>
          </a:p>
        </p:txBody>
      </p:sp>
      <p:sp>
        <p:nvSpPr>
          <p:cNvPr id="13" name="Slide Number Placeholder 6"/>
          <p:cNvSpPr>
            <a:spLocks noGrp="1"/>
          </p:cNvSpPr>
          <p:nvPr/>
        </p:nvSpPr>
        <p:spPr>
          <a:xfrm>
            <a:off x="11468456" y="6620063"/>
            <a:ext cx="310544" cy="288000"/>
          </a:xfrm>
          <a:prstGeom prst="rect">
            <a:avLst/>
          </a:prstGeom>
        </p:spPr>
        <p:txBody>
          <a:bodyPr vert="horz" lIns="0" tIns="0" rIns="0" bIns="0" rtlCol="0" anchor="ctr" anchorCtr="0"/>
          <a:lstStyle>
            <a:defPPr>
              <a:defRPr lang="en-US"/>
            </a:defPPr>
            <a:lvl1pPr marL="0" algn="r" defTabSz="914400" rtl="0" eaLnBrk="1" latinLnBrk="0" hangingPunct="1">
              <a:defRPr sz="800" kern="1200">
                <a:solidFill>
                  <a:schemeClr val="tx1">
                    <a:lumMod val="20000"/>
                    <a:lumOff val="8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2CEFE82-39F2-4F47-8A0C-D5AB3496FA5C}" type="slidenum">
              <a:rPr lang="de-DE" noProof="0" smtClean="0"/>
              <a:t>3</a:t>
            </a:fld>
            <a:endParaRPr lang="de-DE" noProof="0" dirty="0"/>
          </a:p>
        </p:txBody>
      </p:sp>
      <p:sp>
        <p:nvSpPr>
          <p:cNvPr id="2" name="Date Placeholder 1"/>
          <p:cNvSpPr>
            <a:spLocks noGrp="1"/>
          </p:cNvSpPr>
          <p:nvPr>
            <p:ph type="dt" sz="half" idx="14"/>
          </p:nvPr>
        </p:nvSpPr>
        <p:spPr/>
        <p:txBody>
          <a:bodyPr/>
          <a:lstStyle/>
          <a:p>
            <a:r>
              <a:rPr lang="en-US" noProof="0"/>
              <a:t>3rd December 2024</a:t>
            </a:r>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6"/>
          </p:nvPr>
        </p:nvSpPr>
        <p:spPr bwMode="gray"/>
        <p:txBody>
          <a:bodyPr/>
          <a:lstStyle/>
          <a:p>
            <a:fld id="{02CEFE82-39F2-4F47-8A0C-D5AB3496FA5C}" type="slidenum">
              <a:rPr lang="de-DE" noProof="0" smtClean="0"/>
              <a:t>4</a:t>
            </a:fld>
            <a:endParaRPr lang="de-DE" noProof="0" dirty="0"/>
          </a:p>
        </p:txBody>
      </p:sp>
      <p:sp>
        <p:nvSpPr>
          <p:cNvPr id="7" name="Inhaltsplatzhalter 6"/>
          <p:cNvSpPr>
            <a:spLocks noGrp="1"/>
          </p:cNvSpPr>
          <p:nvPr>
            <p:ph sz="quarter" idx="17"/>
          </p:nvPr>
        </p:nvSpPr>
        <p:spPr bwMode="gray">
          <a:xfrm>
            <a:off x="528310" y="1518210"/>
            <a:ext cx="10612269" cy="4140000"/>
          </a:xfrm>
        </p:spPr>
        <p:txBody>
          <a:bodyPr/>
          <a:lstStyle/>
          <a:p>
            <a:pPr algn="just"/>
            <a:r>
              <a:rPr lang="en-US" sz="2000" dirty="0">
                <a:latin typeface="Times New Roman" panose="02020603050405020304" pitchFamily="18" charset="0"/>
                <a:ea typeface="Calibri" panose="020F0502020204030204" pitchFamily="34" charset="0"/>
                <a:cs typeface="Times New Roman" panose="02020603050405020304" pitchFamily="18" charset="0"/>
              </a:rPr>
              <a:t>Already loaded dataset and checked Null or Duplicate.</a:t>
            </a:r>
            <a:endParaRPr lang="en-GB"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GB" sz="2000" dirty="0">
                <a:latin typeface="Times New Roman" panose="02020603050405020304" pitchFamily="18" charset="0"/>
                <a:cs typeface="Times New Roman" panose="02020603050405020304" pitchFamily="18" charset="0"/>
              </a:rPr>
              <a:t>Calculated number of charging stations in each German state.</a:t>
            </a:r>
            <a:endParaRPr lang="en-GB"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GB" sz="2000" dirty="0">
                <a:effectLst/>
                <a:latin typeface="Times New Roman" panose="02020603050405020304" pitchFamily="18" charset="0"/>
                <a:ea typeface="Calibri" panose="020F0502020204030204" pitchFamily="34" charset="0"/>
                <a:cs typeface="Times New Roman" panose="02020603050405020304" pitchFamily="18" charset="0"/>
              </a:rPr>
              <a:t>Performed calculations for finding charging stations .</a:t>
            </a:r>
          </a:p>
          <a:p>
            <a:pPr algn="just"/>
            <a:r>
              <a:rPr lang="en-GB" sz="2000" dirty="0">
                <a:latin typeface="Times New Roman" panose="02020603050405020304" pitchFamily="18" charset="0"/>
                <a:cs typeface="Times New Roman" panose="02020603050405020304" pitchFamily="18" charset="0"/>
              </a:rPr>
              <a:t>Visualized trends using Bar plot and choropleth map.</a:t>
            </a:r>
            <a:endParaRPr lang="de-DE" sz="2000" dirty="0">
              <a:latin typeface="Times New Roman" panose="02020603050405020304" pitchFamily="18" charset="0"/>
              <a:cs typeface="Times New Roman" panose="02020603050405020304" pitchFamily="18" charset="0"/>
            </a:endParaRPr>
          </a:p>
        </p:txBody>
      </p:sp>
      <p:sp>
        <p:nvSpPr>
          <p:cNvPr id="3" name="Titel 2"/>
          <p:cNvSpPr>
            <a:spLocks noGrp="1"/>
          </p:cNvSpPr>
          <p:nvPr>
            <p:ph type="title"/>
          </p:nvPr>
        </p:nvSpPr>
        <p:spPr bwMode="gray">
          <a:xfrm>
            <a:off x="540000" y="707972"/>
            <a:ext cx="8268720" cy="360000"/>
          </a:xfrm>
        </p:spPr>
        <p:txBody>
          <a:bodyPr/>
          <a:lstStyle/>
          <a:p>
            <a:r>
              <a:rPr lang="de-DE" altLang="de-DE" sz="3200" dirty="0">
                <a:solidFill>
                  <a:schemeClr val="accent1"/>
                </a:solidFill>
                <a:latin typeface="Times New Roman" panose="02020603050405020304" pitchFamily="18" charset="0"/>
                <a:cs typeface="Times New Roman" panose="02020603050405020304" pitchFamily="18" charset="0"/>
              </a:rPr>
              <a:t>Applied Method</a:t>
            </a:r>
            <a:r>
              <a:rPr lang="en-US" altLang="de-DE" sz="3200" dirty="0">
                <a:solidFill>
                  <a:schemeClr val="accent1"/>
                </a:solidFill>
                <a:latin typeface="Times New Roman" panose="02020603050405020304" pitchFamily="18" charset="0"/>
                <a:cs typeface="Times New Roman" panose="02020603050405020304" pitchFamily="18" charset="0"/>
              </a:rPr>
              <a:t> </a:t>
            </a:r>
            <a:r>
              <a:rPr lang="de-DE" sz="3200" dirty="0">
                <a:latin typeface="Times New Roman" panose="02020603050405020304" pitchFamily="18" charset="0"/>
                <a:cs typeface="Times New Roman" panose="02020603050405020304" pitchFamily="18" charset="0"/>
              </a:rPr>
              <a:t> </a:t>
            </a:r>
          </a:p>
        </p:txBody>
      </p:sp>
      <p:sp>
        <p:nvSpPr>
          <p:cNvPr id="2" name="Date Placeholder 1"/>
          <p:cNvSpPr>
            <a:spLocks noGrp="1"/>
          </p:cNvSpPr>
          <p:nvPr>
            <p:ph type="dt" sz="half" idx="14"/>
          </p:nvPr>
        </p:nvSpPr>
        <p:spPr/>
        <p:txBody>
          <a:bodyPr/>
          <a:lstStyle/>
          <a:p>
            <a:r>
              <a:rPr lang="en-US" noProof="0"/>
              <a:t>3rd December 2024</a:t>
            </a:r>
            <a:endParaRPr lang="de-DE"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2F7FF-8FB5-2D07-110E-63C0FE44516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C4EF713-847C-9D32-7CDB-B45B338724F7}"/>
              </a:ext>
            </a:extLst>
          </p:cNvPr>
          <p:cNvSpPr>
            <a:spLocks noGrp="1"/>
          </p:cNvSpPr>
          <p:nvPr>
            <p:ph type="dt" sz="half" idx="14"/>
          </p:nvPr>
        </p:nvSpPr>
        <p:spPr>
          <a:xfrm>
            <a:off x="9525403" y="6493063"/>
            <a:ext cx="1765820" cy="288000"/>
          </a:xfrm>
        </p:spPr>
        <p:txBody>
          <a:bodyPr anchor="ctr">
            <a:normAutofit/>
          </a:bodyPr>
          <a:lstStyle/>
          <a:p>
            <a:pPr>
              <a:spcAft>
                <a:spcPts val="600"/>
              </a:spcAft>
            </a:pPr>
            <a:r>
              <a:rPr lang="en-US" noProof="0"/>
              <a:t>3rd December 2024</a:t>
            </a:r>
            <a:endParaRPr lang="de-DE" noProof="0"/>
          </a:p>
        </p:txBody>
      </p:sp>
      <p:sp>
        <p:nvSpPr>
          <p:cNvPr id="8" name="Footer Placeholder 7">
            <a:extLst>
              <a:ext uri="{FF2B5EF4-FFF2-40B4-BE49-F238E27FC236}">
                <a16:creationId xmlns:a16="http://schemas.microsoft.com/office/drawing/2014/main" id="{1E8CF102-266A-C93E-A5FE-6A2CD1E0848E}"/>
              </a:ext>
            </a:extLst>
          </p:cNvPr>
          <p:cNvSpPr>
            <a:spLocks noGrp="1"/>
          </p:cNvSpPr>
          <p:nvPr>
            <p:ph type="ftr" sz="quarter" idx="15"/>
          </p:nvPr>
        </p:nvSpPr>
        <p:spPr>
          <a:xfrm>
            <a:off x="540000" y="6493063"/>
            <a:ext cx="7560000" cy="288000"/>
          </a:xfrm>
        </p:spPr>
        <p:txBody>
          <a:bodyPr anchor="ctr">
            <a:normAutofit/>
          </a:bodyPr>
          <a:lstStyle/>
          <a:p>
            <a:pPr>
              <a:spcAft>
                <a:spcPts val="600"/>
              </a:spcAft>
            </a:pPr>
            <a:r>
              <a:rPr lang="de-DE" noProof="0"/>
              <a:t>IC – Intercultural Competences | Aabha Rajeev Tembe &amp; Rinkal Keyul Zadafiya | Amberg | 2-16</a:t>
            </a:r>
          </a:p>
        </p:txBody>
      </p:sp>
      <p:sp>
        <p:nvSpPr>
          <p:cNvPr id="6" name="Foliennummernplatzhalter 5">
            <a:extLst>
              <a:ext uri="{FF2B5EF4-FFF2-40B4-BE49-F238E27FC236}">
                <a16:creationId xmlns:a16="http://schemas.microsoft.com/office/drawing/2014/main" id="{BFAFBCC0-E879-5563-8D7F-0F78E24A2818}"/>
              </a:ext>
            </a:extLst>
          </p:cNvPr>
          <p:cNvSpPr>
            <a:spLocks noGrp="1"/>
          </p:cNvSpPr>
          <p:nvPr>
            <p:ph type="sldNum" sz="quarter" idx="16"/>
          </p:nvPr>
        </p:nvSpPr>
        <p:spPr bwMode="gray">
          <a:xfrm>
            <a:off x="11341456" y="6493063"/>
            <a:ext cx="310544" cy="288000"/>
          </a:xfrm>
        </p:spPr>
        <p:txBody>
          <a:bodyPr anchor="ctr">
            <a:normAutofit/>
          </a:bodyPr>
          <a:lstStyle/>
          <a:p>
            <a:pPr>
              <a:spcAft>
                <a:spcPts val="600"/>
              </a:spcAft>
            </a:pPr>
            <a:fld id="{02CEFE82-39F2-4F47-8A0C-D5AB3496FA5C}" type="slidenum">
              <a:rPr lang="de-DE" noProof="0" smtClean="0"/>
              <a:pPr>
                <a:spcAft>
                  <a:spcPts val="600"/>
                </a:spcAft>
              </a:pPr>
              <a:t>5</a:t>
            </a:fld>
            <a:endParaRPr lang="de-DE" noProof="0"/>
          </a:p>
        </p:txBody>
      </p:sp>
      <p:sp>
        <p:nvSpPr>
          <p:cNvPr id="7" name="Inhaltsplatzhalter 6">
            <a:extLst>
              <a:ext uri="{FF2B5EF4-FFF2-40B4-BE49-F238E27FC236}">
                <a16:creationId xmlns:a16="http://schemas.microsoft.com/office/drawing/2014/main" id="{BA6A1FBD-BDB4-90BA-BA69-4CFCC90A7074}"/>
              </a:ext>
            </a:extLst>
          </p:cNvPr>
          <p:cNvSpPr>
            <a:spLocks noGrp="1"/>
          </p:cNvSpPr>
          <p:nvPr>
            <p:ph sz="quarter" idx="18"/>
          </p:nvPr>
        </p:nvSpPr>
        <p:spPr bwMode="gray">
          <a:xfrm>
            <a:off x="8124000" y="1728000"/>
            <a:ext cx="3528000" cy="4140000"/>
          </a:xfrm>
        </p:spPr>
        <p:txBody>
          <a:bodyPr wrap="square">
            <a:noAutofit/>
          </a:bodyPr>
          <a:lstStyle/>
          <a:p>
            <a:r>
              <a:rPr lang="en-GB" sz="2000" dirty="0">
                <a:latin typeface="Times New Roman" panose="02020603050405020304" pitchFamily="18" charset="0"/>
                <a:cs typeface="Times New Roman" panose="02020603050405020304" pitchFamily="18" charset="0"/>
              </a:rPr>
              <a:t>The Bar plot provides us information regarding Bavarian region for charging stations about 19650 and is highest among all German States.</a:t>
            </a:r>
          </a:p>
          <a:p>
            <a:r>
              <a:rPr lang="en-GB" sz="2000" dirty="0">
                <a:latin typeface="Times New Roman" panose="02020603050405020304" pitchFamily="18" charset="0"/>
                <a:cs typeface="Times New Roman" panose="02020603050405020304" pitchFamily="18" charset="0"/>
              </a:rPr>
              <a:t>Lowest counts are found in Bremen with 687 stations and Saarland with 692 charging stations.</a:t>
            </a:r>
          </a:p>
        </p:txBody>
      </p:sp>
      <p:sp>
        <p:nvSpPr>
          <p:cNvPr id="3" name="Titel 2">
            <a:extLst>
              <a:ext uri="{FF2B5EF4-FFF2-40B4-BE49-F238E27FC236}">
                <a16:creationId xmlns:a16="http://schemas.microsoft.com/office/drawing/2014/main" id="{C29CE877-0386-C0F6-EAFB-B85A94BD74F6}"/>
              </a:ext>
            </a:extLst>
          </p:cNvPr>
          <p:cNvSpPr>
            <a:spLocks noGrp="1"/>
          </p:cNvSpPr>
          <p:nvPr>
            <p:ph type="title"/>
          </p:nvPr>
        </p:nvSpPr>
        <p:spPr bwMode="gray">
          <a:xfrm>
            <a:off x="540000" y="432000"/>
            <a:ext cx="8268720" cy="360000"/>
          </a:xfrm>
        </p:spPr>
        <p:txBody>
          <a:bodyPr anchor="t">
            <a:normAutofit/>
          </a:bodyPr>
          <a:lstStyle/>
          <a:p>
            <a:r>
              <a:rPr lang="de-DE" sz="2600" dirty="0"/>
              <a:t>Charging stations per German State</a:t>
            </a:r>
          </a:p>
        </p:txBody>
      </p:sp>
      <p:pic>
        <p:nvPicPr>
          <p:cNvPr id="9" name="Picture 8">
            <a:extLst>
              <a:ext uri="{FF2B5EF4-FFF2-40B4-BE49-F238E27FC236}">
                <a16:creationId xmlns:a16="http://schemas.microsoft.com/office/drawing/2014/main" id="{D372DFB3-62BA-ED1D-9F0A-339524CA2C7E}"/>
              </a:ext>
            </a:extLst>
          </p:cNvPr>
          <p:cNvPicPr>
            <a:picLocks noChangeAspect="1"/>
          </p:cNvPicPr>
          <p:nvPr/>
        </p:nvPicPr>
        <p:blipFill>
          <a:blip r:embed="rId2"/>
          <a:stretch>
            <a:fillRect/>
          </a:stretch>
        </p:blipFill>
        <p:spPr>
          <a:xfrm>
            <a:off x="159001" y="1523718"/>
            <a:ext cx="7346700" cy="4039164"/>
          </a:xfrm>
          <a:prstGeom prst="rect">
            <a:avLst/>
          </a:prstGeom>
        </p:spPr>
      </p:pic>
    </p:spTree>
    <p:extLst>
      <p:ext uri="{BB962C8B-B14F-4D97-AF65-F5344CB8AC3E}">
        <p14:creationId xmlns:p14="http://schemas.microsoft.com/office/powerpoint/2010/main" val="186638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46AA0-0032-5BB1-5CD1-D5A5D7E5C435}"/>
            </a:ext>
          </a:extLst>
        </p:cNvPr>
        <p:cNvGrpSpPr/>
        <p:nvPr/>
      </p:nvGrpSpPr>
      <p:grpSpPr>
        <a:xfrm>
          <a:off x="0" y="0"/>
          <a:ext cx="0" cy="0"/>
          <a:chOff x="0" y="0"/>
          <a:chExt cx="0" cy="0"/>
        </a:xfrm>
      </p:grpSpPr>
      <p:sp>
        <p:nvSpPr>
          <p:cNvPr id="7" name="Inhaltsplatzhalter 6">
            <a:extLst>
              <a:ext uri="{FF2B5EF4-FFF2-40B4-BE49-F238E27FC236}">
                <a16:creationId xmlns:a16="http://schemas.microsoft.com/office/drawing/2014/main" id="{47D6DCCC-6ACE-7076-F1F1-00C57B8D02E1}"/>
              </a:ext>
            </a:extLst>
          </p:cNvPr>
          <p:cNvSpPr>
            <a:spLocks noGrp="1"/>
          </p:cNvSpPr>
          <p:nvPr>
            <p:ph sz="quarter" idx="17"/>
          </p:nvPr>
        </p:nvSpPr>
        <p:spPr bwMode="gray">
          <a:xfrm>
            <a:off x="540000" y="1728000"/>
            <a:ext cx="5400000" cy="4140000"/>
          </a:xfrm>
        </p:spPr>
        <p:txBody>
          <a:bodyPr wrap="square">
            <a:normAutofit/>
          </a:bodyPr>
          <a:lstStyle/>
          <a:p>
            <a:r>
              <a:rPr lang="en-US" dirty="0"/>
              <a:t>Choropleth map helps us to identify the geographical data with calculated station counts by using Geospatial mapping  which fetches the </a:t>
            </a:r>
            <a:r>
              <a:rPr lang="en-US" dirty="0" err="1"/>
              <a:t>GeoJSON</a:t>
            </a:r>
            <a:r>
              <a:rPr lang="en-US" dirty="0"/>
              <a:t> file with boundaries of all German states.</a:t>
            </a:r>
          </a:p>
          <a:p>
            <a:r>
              <a:rPr lang="en-US" dirty="0"/>
              <a:t> </a:t>
            </a:r>
            <a:r>
              <a:rPr lang="en-US" b="1" dirty="0"/>
              <a:t>Darker </a:t>
            </a:r>
            <a:r>
              <a:rPr lang="en-US" b="1" dirty="0" err="1"/>
              <a:t>colours</a:t>
            </a:r>
            <a:r>
              <a:rPr lang="en-US" dirty="0"/>
              <a:t> on the map indicates </a:t>
            </a:r>
            <a:r>
              <a:rPr lang="en-US" b="1" dirty="0"/>
              <a:t>Lower concentration</a:t>
            </a:r>
            <a:r>
              <a:rPr lang="en-US" dirty="0"/>
              <a:t> of charging stations, providing a clear visual representation of EV infrastructure density..</a:t>
            </a:r>
            <a:endParaRPr lang="de-DE" dirty="0"/>
          </a:p>
          <a:p>
            <a:endParaRPr lang="de-DE" dirty="0"/>
          </a:p>
        </p:txBody>
      </p:sp>
      <p:pic>
        <p:nvPicPr>
          <p:cNvPr id="8" name="Picture 7" descr="A map of germany with different colored states&#10;&#10;AI-generated content may be incorrect.">
            <a:extLst>
              <a:ext uri="{FF2B5EF4-FFF2-40B4-BE49-F238E27FC236}">
                <a16:creationId xmlns:a16="http://schemas.microsoft.com/office/drawing/2014/main" id="{A07ED12F-6DED-EBF1-43CF-EBFE80F65965}"/>
              </a:ext>
            </a:extLst>
          </p:cNvPr>
          <p:cNvPicPr>
            <a:picLocks noChangeAspect="1"/>
          </p:cNvPicPr>
          <p:nvPr/>
        </p:nvPicPr>
        <p:blipFill>
          <a:blip r:embed="rId2"/>
          <a:srcRect l="986" r="-3" b="-3"/>
          <a:stretch>
            <a:fillRect/>
          </a:stretch>
        </p:blipFill>
        <p:spPr>
          <a:xfrm>
            <a:off x="6252000" y="1728000"/>
            <a:ext cx="5400000" cy="4158481"/>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pic>
      <p:sp>
        <p:nvSpPr>
          <p:cNvPr id="3" name="Titel 2">
            <a:extLst>
              <a:ext uri="{FF2B5EF4-FFF2-40B4-BE49-F238E27FC236}">
                <a16:creationId xmlns:a16="http://schemas.microsoft.com/office/drawing/2014/main" id="{3AA13DA9-979B-3085-7C8A-A03A9832D44B}"/>
              </a:ext>
            </a:extLst>
          </p:cNvPr>
          <p:cNvSpPr>
            <a:spLocks noGrp="1"/>
          </p:cNvSpPr>
          <p:nvPr>
            <p:ph type="title"/>
          </p:nvPr>
        </p:nvSpPr>
        <p:spPr bwMode="gray">
          <a:xfrm>
            <a:off x="540000" y="432000"/>
            <a:ext cx="8268720" cy="360000"/>
          </a:xfrm>
        </p:spPr>
        <p:txBody>
          <a:bodyPr anchor="t">
            <a:normAutofit/>
          </a:bodyPr>
          <a:lstStyle/>
          <a:p>
            <a:r>
              <a:rPr lang="de-DE" sz="2600" dirty="0"/>
              <a:t>Choropleth map </a:t>
            </a:r>
          </a:p>
        </p:txBody>
      </p:sp>
      <p:sp>
        <p:nvSpPr>
          <p:cNvPr id="2" name="Date Placeholder 1">
            <a:extLst>
              <a:ext uri="{FF2B5EF4-FFF2-40B4-BE49-F238E27FC236}">
                <a16:creationId xmlns:a16="http://schemas.microsoft.com/office/drawing/2014/main" id="{659383DC-A05E-B2E0-10C1-353CB9F455F0}"/>
              </a:ext>
            </a:extLst>
          </p:cNvPr>
          <p:cNvSpPr>
            <a:spLocks noGrp="1"/>
          </p:cNvSpPr>
          <p:nvPr>
            <p:ph type="dt" sz="half" idx="14"/>
          </p:nvPr>
        </p:nvSpPr>
        <p:spPr>
          <a:xfrm>
            <a:off x="9525403" y="6493063"/>
            <a:ext cx="1765820" cy="288000"/>
          </a:xfrm>
        </p:spPr>
        <p:txBody>
          <a:bodyPr anchor="ctr">
            <a:normAutofit/>
          </a:bodyPr>
          <a:lstStyle/>
          <a:p>
            <a:pPr>
              <a:spcAft>
                <a:spcPts val="600"/>
              </a:spcAft>
            </a:pPr>
            <a:r>
              <a:rPr lang="en-US" noProof="0"/>
              <a:t>3rd December 2024</a:t>
            </a:r>
            <a:endParaRPr lang="de-DE" noProof="0"/>
          </a:p>
        </p:txBody>
      </p:sp>
      <p:sp>
        <p:nvSpPr>
          <p:cNvPr id="15" name="Footer Placeholder 6">
            <a:extLst>
              <a:ext uri="{FF2B5EF4-FFF2-40B4-BE49-F238E27FC236}">
                <a16:creationId xmlns:a16="http://schemas.microsoft.com/office/drawing/2014/main" id="{6014DA45-0CE6-7301-FECA-1F30662F1B36}"/>
              </a:ext>
            </a:extLst>
          </p:cNvPr>
          <p:cNvSpPr>
            <a:spLocks noGrp="1"/>
          </p:cNvSpPr>
          <p:nvPr>
            <p:ph type="ftr" sz="quarter" idx="15"/>
          </p:nvPr>
        </p:nvSpPr>
        <p:spPr>
          <a:xfrm>
            <a:off x="540000" y="6493063"/>
            <a:ext cx="7560000" cy="288000"/>
          </a:xfrm>
        </p:spPr>
        <p:txBody>
          <a:bodyPr/>
          <a:lstStyle/>
          <a:p>
            <a:pPr>
              <a:spcAft>
                <a:spcPts val="600"/>
              </a:spcAft>
            </a:pPr>
            <a:r>
              <a:rPr lang="de-DE" noProof="0"/>
              <a:t>IC – Intercultural Competences | Aabha Rajeev Tembe &amp; Rinkal Keyul Zadafiya | Amberg | 2-16</a:t>
            </a:r>
          </a:p>
        </p:txBody>
      </p:sp>
      <p:sp>
        <p:nvSpPr>
          <p:cNvPr id="6" name="Foliennummernplatzhalter 5">
            <a:extLst>
              <a:ext uri="{FF2B5EF4-FFF2-40B4-BE49-F238E27FC236}">
                <a16:creationId xmlns:a16="http://schemas.microsoft.com/office/drawing/2014/main" id="{ECAFC27E-77E7-E455-383D-2C52A3D64D13}"/>
              </a:ext>
            </a:extLst>
          </p:cNvPr>
          <p:cNvSpPr>
            <a:spLocks noGrp="1"/>
          </p:cNvSpPr>
          <p:nvPr>
            <p:ph type="sldNum" sz="quarter" idx="16"/>
          </p:nvPr>
        </p:nvSpPr>
        <p:spPr bwMode="gray">
          <a:xfrm>
            <a:off x="11341456" y="6493063"/>
            <a:ext cx="310544" cy="288000"/>
          </a:xfrm>
        </p:spPr>
        <p:txBody>
          <a:bodyPr anchor="ctr">
            <a:normAutofit/>
          </a:bodyPr>
          <a:lstStyle/>
          <a:p>
            <a:pPr>
              <a:spcAft>
                <a:spcPts val="600"/>
              </a:spcAft>
            </a:pPr>
            <a:fld id="{02CEFE82-39F2-4F47-8A0C-D5AB3496FA5C}" type="slidenum">
              <a:rPr lang="de-DE" noProof="0" smtClean="0"/>
              <a:pPr>
                <a:spcAft>
                  <a:spcPts val="600"/>
                </a:spcAft>
              </a:pPr>
              <a:t>6</a:t>
            </a:fld>
            <a:endParaRPr lang="de-DE" noProof="0"/>
          </a:p>
        </p:txBody>
      </p:sp>
    </p:spTree>
    <p:extLst>
      <p:ext uri="{BB962C8B-B14F-4D97-AF65-F5344CB8AC3E}">
        <p14:creationId xmlns:p14="http://schemas.microsoft.com/office/powerpoint/2010/main" val="348123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E927C-EB4E-A7F3-466A-5751C81664C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5F68513A-C700-C849-3934-C6AF32763A42}"/>
              </a:ext>
            </a:extLst>
          </p:cNvPr>
          <p:cNvSpPr>
            <a:spLocks noGrp="1"/>
          </p:cNvSpPr>
          <p:nvPr>
            <p:ph type="dt" sz="half" idx="14"/>
          </p:nvPr>
        </p:nvSpPr>
        <p:spPr>
          <a:xfrm>
            <a:off x="9525403" y="6493063"/>
            <a:ext cx="1765820" cy="288000"/>
          </a:xfrm>
        </p:spPr>
        <p:txBody>
          <a:bodyPr anchor="ctr">
            <a:normAutofit/>
          </a:bodyPr>
          <a:lstStyle/>
          <a:p>
            <a:pPr>
              <a:spcAft>
                <a:spcPts val="600"/>
              </a:spcAft>
            </a:pPr>
            <a:r>
              <a:rPr lang="en-US" noProof="0"/>
              <a:t>3rd December 2024</a:t>
            </a:r>
            <a:endParaRPr lang="de-DE" noProof="0"/>
          </a:p>
        </p:txBody>
      </p:sp>
      <p:sp>
        <p:nvSpPr>
          <p:cNvPr id="8" name="Footer Placeholder 7">
            <a:extLst>
              <a:ext uri="{FF2B5EF4-FFF2-40B4-BE49-F238E27FC236}">
                <a16:creationId xmlns:a16="http://schemas.microsoft.com/office/drawing/2014/main" id="{50FBB6A2-A305-F42C-0849-33B823033186}"/>
              </a:ext>
            </a:extLst>
          </p:cNvPr>
          <p:cNvSpPr>
            <a:spLocks noGrp="1"/>
          </p:cNvSpPr>
          <p:nvPr>
            <p:ph type="ftr" sz="quarter" idx="15"/>
          </p:nvPr>
        </p:nvSpPr>
        <p:spPr>
          <a:xfrm>
            <a:off x="540000" y="6493063"/>
            <a:ext cx="7560000" cy="288000"/>
          </a:xfrm>
        </p:spPr>
        <p:txBody>
          <a:bodyPr anchor="ctr">
            <a:normAutofit/>
          </a:bodyPr>
          <a:lstStyle/>
          <a:p>
            <a:pPr>
              <a:spcAft>
                <a:spcPts val="600"/>
              </a:spcAft>
            </a:pPr>
            <a:r>
              <a:rPr lang="de-DE" noProof="0"/>
              <a:t>IC – Intercultural Competences | Aabha Rajeev Tembe &amp; Rinkal Keyul Zadafiya | Amberg | 2-16</a:t>
            </a:r>
          </a:p>
        </p:txBody>
      </p:sp>
      <p:sp>
        <p:nvSpPr>
          <p:cNvPr id="7" name="Inhaltsplatzhalter 6">
            <a:extLst>
              <a:ext uri="{FF2B5EF4-FFF2-40B4-BE49-F238E27FC236}">
                <a16:creationId xmlns:a16="http://schemas.microsoft.com/office/drawing/2014/main" id="{C713B264-F9F7-5E8C-6454-1C0B84BF67B3}"/>
              </a:ext>
            </a:extLst>
          </p:cNvPr>
          <p:cNvSpPr>
            <a:spLocks noGrp="1"/>
          </p:cNvSpPr>
          <p:nvPr>
            <p:ph sz="quarter" idx="18"/>
          </p:nvPr>
        </p:nvSpPr>
        <p:spPr bwMode="gray">
          <a:xfrm>
            <a:off x="8124000" y="1728000"/>
            <a:ext cx="3528000" cy="4140000"/>
          </a:xfrm>
        </p:spPr>
        <p:txBody>
          <a:bodyPr wrap="square">
            <a:normAutofit/>
          </a:bodyPr>
          <a:lstStyle/>
          <a:p>
            <a:pPr marL="0" indent="0">
              <a:buNone/>
            </a:pPr>
            <a:endParaRPr lang="en-GB" dirty="0"/>
          </a:p>
          <a:p>
            <a:r>
              <a:rPr lang="en-GB" dirty="0"/>
              <a:t>Finding the top city with excluding the major metropolitan areas specifically Berlin, Hamburg, Munich, and Cologne.</a:t>
            </a:r>
          </a:p>
          <a:p>
            <a:r>
              <a:rPr lang="en-GB" dirty="0"/>
              <a:t>The city with most charging stations  excluding big cities is Stuttgart consists of 2116 stations</a:t>
            </a:r>
          </a:p>
          <a:p>
            <a:pPr marL="0" indent="0">
              <a:buNone/>
            </a:pPr>
            <a:endParaRPr lang="en-GB" dirty="0"/>
          </a:p>
          <a:p>
            <a:endParaRPr lang="en-GB" dirty="0"/>
          </a:p>
          <a:p>
            <a:endParaRPr lang="en-GB" dirty="0"/>
          </a:p>
          <a:p>
            <a:pPr marL="0" indent="0">
              <a:buNone/>
            </a:pPr>
            <a:endParaRPr lang="en-GB" dirty="0"/>
          </a:p>
        </p:txBody>
      </p:sp>
      <p:sp>
        <p:nvSpPr>
          <p:cNvPr id="3" name="Titel 2">
            <a:extLst>
              <a:ext uri="{FF2B5EF4-FFF2-40B4-BE49-F238E27FC236}">
                <a16:creationId xmlns:a16="http://schemas.microsoft.com/office/drawing/2014/main" id="{B52C36C3-9B8C-15BB-DEA0-C91BE3B9C0AE}"/>
              </a:ext>
            </a:extLst>
          </p:cNvPr>
          <p:cNvSpPr>
            <a:spLocks noGrp="1"/>
          </p:cNvSpPr>
          <p:nvPr>
            <p:ph type="title"/>
          </p:nvPr>
        </p:nvSpPr>
        <p:spPr bwMode="gray">
          <a:xfrm>
            <a:off x="540000" y="432000"/>
            <a:ext cx="8268720" cy="360000"/>
          </a:xfrm>
        </p:spPr>
        <p:txBody>
          <a:bodyPr anchor="t">
            <a:normAutofit fontScale="90000"/>
          </a:bodyPr>
          <a:lstStyle/>
          <a:p>
            <a:r>
              <a:rPr lang="en-US"/>
              <a:t>Top City Analysis (Excluding Majors)</a:t>
            </a:r>
            <a:br>
              <a:rPr lang="en-US" b="0"/>
            </a:br>
            <a:endParaRPr lang="de-DE" sz="2600" dirty="0"/>
          </a:p>
        </p:txBody>
      </p:sp>
      <p:pic>
        <p:nvPicPr>
          <p:cNvPr id="14" name="Picture 13">
            <a:extLst>
              <a:ext uri="{FF2B5EF4-FFF2-40B4-BE49-F238E27FC236}">
                <a16:creationId xmlns:a16="http://schemas.microsoft.com/office/drawing/2014/main" id="{3C4D7204-5CE9-7DCC-050D-A70ABD09F0EB}"/>
              </a:ext>
            </a:extLst>
          </p:cNvPr>
          <p:cNvPicPr>
            <a:picLocks noChangeAspect="1"/>
          </p:cNvPicPr>
          <p:nvPr/>
        </p:nvPicPr>
        <p:blipFill>
          <a:blip r:embed="rId2"/>
          <a:srcRect t="1565"/>
          <a:stretch>
            <a:fillRect/>
          </a:stretch>
        </p:blipFill>
        <p:spPr>
          <a:xfrm>
            <a:off x="540000" y="1746663"/>
            <a:ext cx="7410450" cy="3791737"/>
          </a:xfrm>
          <a:prstGeom prst="rect">
            <a:avLst/>
          </a:prstGeom>
        </p:spPr>
      </p:pic>
    </p:spTree>
    <p:extLst>
      <p:ext uri="{BB962C8B-B14F-4D97-AF65-F5344CB8AC3E}">
        <p14:creationId xmlns:p14="http://schemas.microsoft.com/office/powerpoint/2010/main" val="2894714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F2FB9-6ECC-7B2C-FE6B-49CA76E8004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21C5790-BFA1-19E1-0CB4-1222ECB01D42}"/>
              </a:ext>
            </a:extLst>
          </p:cNvPr>
          <p:cNvSpPr>
            <a:spLocks noGrp="1"/>
          </p:cNvSpPr>
          <p:nvPr>
            <p:ph type="dt" sz="half" idx="14"/>
          </p:nvPr>
        </p:nvSpPr>
        <p:spPr>
          <a:xfrm>
            <a:off x="9525403" y="6493063"/>
            <a:ext cx="1765820" cy="288000"/>
          </a:xfrm>
        </p:spPr>
        <p:txBody>
          <a:bodyPr anchor="ctr">
            <a:normAutofit/>
          </a:bodyPr>
          <a:lstStyle/>
          <a:p>
            <a:pPr>
              <a:spcAft>
                <a:spcPts val="600"/>
              </a:spcAft>
            </a:pPr>
            <a:r>
              <a:rPr lang="en-US" noProof="0"/>
              <a:t>3rd December 2024</a:t>
            </a:r>
            <a:endParaRPr lang="de-DE" noProof="0"/>
          </a:p>
        </p:txBody>
      </p:sp>
      <p:sp>
        <p:nvSpPr>
          <p:cNvPr id="8" name="Footer Placeholder 7">
            <a:extLst>
              <a:ext uri="{FF2B5EF4-FFF2-40B4-BE49-F238E27FC236}">
                <a16:creationId xmlns:a16="http://schemas.microsoft.com/office/drawing/2014/main" id="{0E985A98-4846-FDB9-5E2B-8C22E7AE7E77}"/>
              </a:ext>
            </a:extLst>
          </p:cNvPr>
          <p:cNvSpPr>
            <a:spLocks noGrp="1"/>
          </p:cNvSpPr>
          <p:nvPr>
            <p:ph type="ftr" sz="quarter" idx="15"/>
          </p:nvPr>
        </p:nvSpPr>
        <p:spPr>
          <a:xfrm>
            <a:off x="540000" y="6493063"/>
            <a:ext cx="7560000" cy="288000"/>
          </a:xfrm>
        </p:spPr>
        <p:txBody>
          <a:bodyPr anchor="ctr">
            <a:normAutofit/>
          </a:bodyPr>
          <a:lstStyle/>
          <a:p>
            <a:pPr>
              <a:spcAft>
                <a:spcPts val="600"/>
              </a:spcAft>
            </a:pPr>
            <a:r>
              <a:rPr lang="de-DE" noProof="0"/>
              <a:t>IC – Intercultural Competences | Aabha Rajeev Tembe &amp; Rinkal Keyul Zadafiya | Amberg | 2-16</a:t>
            </a:r>
          </a:p>
        </p:txBody>
      </p:sp>
      <p:sp>
        <p:nvSpPr>
          <p:cNvPr id="6" name="Foliennummernplatzhalter 5">
            <a:extLst>
              <a:ext uri="{FF2B5EF4-FFF2-40B4-BE49-F238E27FC236}">
                <a16:creationId xmlns:a16="http://schemas.microsoft.com/office/drawing/2014/main" id="{2D701239-A0FF-ADC2-5841-41EFD9DDE3E1}"/>
              </a:ext>
            </a:extLst>
          </p:cNvPr>
          <p:cNvSpPr>
            <a:spLocks noGrp="1"/>
          </p:cNvSpPr>
          <p:nvPr>
            <p:ph type="sldNum" sz="quarter" idx="16"/>
          </p:nvPr>
        </p:nvSpPr>
        <p:spPr bwMode="gray">
          <a:xfrm>
            <a:off x="11341456" y="6493063"/>
            <a:ext cx="310544" cy="288000"/>
          </a:xfrm>
        </p:spPr>
        <p:txBody>
          <a:bodyPr anchor="ctr">
            <a:normAutofit/>
          </a:bodyPr>
          <a:lstStyle/>
          <a:p>
            <a:pPr>
              <a:spcAft>
                <a:spcPts val="600"/>
              </a:spcAft>
            </a:pPr>
            <a:fld id="{02CEFE82-39F2-4F47-8A0C-D5AB3496FA5C}" type="slidenum">
              <a:rPr lang="de-DE" noProof="0" smtClean="0"/>
              <a:pPr>
                <a:spcAft>
                  <a:spcPts val="600"/>
                </a:spcAft>
              </a:pPr>
              <a:t>8</a:t>
            </a:fld>
            <a:endParaRPr lang="de-DE" noProof="0"/>
          </a:p>
        </p:txBody>
      </p:sp>
      <p:pic>
        <p:nvPicPr>
          <p:cNvPr id="5" name="Picture 4">
            <a:extLst>
              <a:ext uri="{FF2B5EF4-FFF2-40B4-BE49-F238E27FC236}">
                <a16:creationId xmlns:a16="http://schemas.microsoft.com/office/drawing/2014/main" id="{F26ABF7E-981F-AC21-4F40-8419D2C669C8}"/>
              </a:ext>
            </a:extLst>
          </p:cNvPr>
          <p:cNvPicPr>
            <a:picLocks noChangeAspect="1"/>
          </p:cNvPicPr>
          <p:nvPr/>
        </p:nvPicPr>
        <p:blipFill>
          <a:blip r:embed="rId2"/>
          <a:srcRect t="5343"/>
          <a:stretch>
            <a:fillRect/>
          </a:stretch>
        </p:blipFill>
        <p:spPr>
          <a:xfrm>
            <a:off x="540004" y="1728000"/>
            <a:ext cx="7320001" cy="4140000"/>
          </a:xfrm>
          <a:custGeom>
            <a:avLst/>
            <a:gdLst>
              <a:gd name="connsiteX0" fmla="*/ 0 w 11520000"/>
              <a:gd name="connsiteY0" fmla="*/ 0 h 4298400"/>
              <a:gd name="connsiteX1" fmla="*/ 11520000 w 11520000"/>
              <a:gd name="connsiteY1" fmla="*/ 0 h 4298400"/>
              <a:gd name="connsiteX2" fmla="*/ 11520000 w 11520000"/>
              <a:gd name="connsiteY2" fmla="*/ 4298400 h 4298400"/>
              <a:gd name="connsiteX3" fmla="*/ 0 w 11520000"/>
              <a:gd name="connsiteY3" fmla="*/ 4298400 h 4298400"/>
            </a:gdLst>
            <a:ahLst/>
            <a:cxnLst>
              <a:cxn ang="0">
                <a:pos x="connsiteX0" y="connsiteY0"/>
              </a:cxn>
              <a:cxn ang="0">
                <a:pos x="connsiteX1" y="connsiteY1"/>
              </a:cxn>
              <a:cxn ang="0">
                <a:pos x="connsiteX2" y="connsiteY2"/>
              </a:cxn>
              <a:cxn ang="0">
                <a:pos x="connsiteX3" y="connsiteY3"/>
              </a:cxn>
            </a:cxnLst>
            <a:rect l="l" t="t" r="r" b="b"/>
            <a:pathLst>
              <a:path w="11520000" h="4298400">
                <a:moveTo>
                  <a:pt x="0" y="0"/>
                </a:moveTo>
                <a:lnTo>
                  <a:pt x="11520000" y="0"/>
                </a:lnTo>
                <a:lnTo>
                  <a:pt x="11520000" y="4298400"/>
                </a:lnTo>
                <a:lnTo>
                  <a:pt x="0" y="4298400"/>
                </a:lnTo>
                <a:close/>
              </a:path>
            </a:pathLst>
          </a:custGeom>
          <a:noFill/>
        </p:spPr>
      </p:pic>
      <p:sp>
        <p:nvSpPr>
          <p:cNvPr id="7" name="Inhaltsplatzhalter 6">
            <a:extLst>
              <a:ext uri="{FF2B5EF4-FFF2-40B4-BE49-F238E27FC236}">
                <a16:creationId xmlns:a16="http://schemas.microsoft.com/office/drawing/2014/main" id="{BB6E2216-EFB8-DE11-9AA9-BFE53839ED6A}"/>
              </a:ext>
            </a:extLst>
          </p:cNvPr>
          <p:cNvSpPr>
            <a:spLocks noGrp="1"/>
          </p:cNvSpPr>
          <p:nvPr>
            <p:ph sz="quarter" idx="18"/>
          </p:nvPr>
        </p:nvSpPr>
        <p:spPr bwMode="gray">
          <a:xfrm>
            <a:off x="8124000" y="1728000"/>
            <a:ext cx="3528000" cy="4140000"/>
          </a:xfrm>
        </p:spPr>
        <p:txBody>
          <a:bodyPr wrap="square">
            <a:normAutofit/>
          </a:bodyPr>
          <a:lstStyle/>
          <a:p>
            <a:r>
              <a:rPr lang="en-GB" dirty="0"/>
              <a:t>The city of Amberg contains total 34 charging stations.</a:t>
            </a:r>
          </a:p>
          <a:p>
            <a:r>
              <a:rPr lang="en-GB" dirty="0"/>
              <a:t>Each charging station in Amberg has total maximum charging power capacity of 2576 KW.</a:t>
            </a:r>
          </a:p>
          <a:p>
            <a:pPr marL="0" indent="0">
              <a:buNone/>
            </a:pPr>
            <a:endParaRPr lang="en-GB" dirty="0"/>
          </a:p>
        </p:txBody>
      </p:sp>
      <p:sp>
        <p:nvSpPr>
          <p:cNvPr id="3" name="Titel 2">
            <a:extLst>
              <a:ext uri="{FF2B5EF4-FFF2-40B4-BE49-F238E27FC236}">
                <a16:creationId xmlns:a16="http://schemas.microsoft.com/office/drawing/2014/main" id="{933C9858-8191-A348-59CB-609C2E3107BE}"/>
              </a:ext>
            </a:extLst>
          </p:cNvPr>
          <p:cNvSpPr>
            <a:spLocks noGrp="1"/>
          </p:cNvSpPr>
          <p:nvPr>
            <p:ph type="title"/>
          </p:nvPr>
        </p:nvSpPr>
        <p:spPr bwMode="gray">
          <a:xfrm>
            <a:off x="540000" y="432000"/>
            <a:ext cx="8268720" cy="360000"/>
          </a:xfrm>
        </p:spPr>
        <p:txBody>
          <a:bodyPr anchor="t">
            <a:normAutofit/>
          </a:bodyPr>
          <a:lstStyle/>
          <a:p>
            <a:r>
              <a:rPr lang="de-DE" sz="2600" dirty="0"/>
              <a:t>Charging stations in city of Amberg</a:t>
            </a:r>
          </a:p>
        </p:txBody>
      </p:sp>
    </p:spTree>
    <p:extLst>
      <p:ext uri="{BB962C8B-B14F-4D97-AF65-F5344CB8AC3E}">
        <p14:creationId xmlns:p14="http://schemas.microsoft.com/office/powerpoint/2010/main" val="347924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97A1C-4EED-7902-B930-EDCB94E41092}"/>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301851A-C7D3-9B58-6663-55EC1E0F942E}"/>
              </a:ext>
            </a:extLst>
          </p:cNvPr>
          <p:cNvSpPr>
            <a:spLocks noGrp="1"/>
          </p:cNvSpPr>
          <p:nvPr>
            <p:ph type="title"/>
          </p:nvPr>
        </p:nvSpPr>
        <p:spPr bwMode="gray">
          <a:xfrm>
            <a:off x="540000" y="432000"/>
            <a:ext cx="8268720" cy="360000"/>
          </a:xfrm>
        </p:spPr>
        <p:txBody>
          <a:bodyPr anchor="t">
            <a:normAutofit/>
          </a:bodyPr>
          <a:lstStyle/>
          <a:p>
            <a:r>
              <a:rPr lang="de-DE" sz="2600" dirty="0"/>
              <a:t>Top 5 charging stations in Germany</a:t>
            </a:r>
          </a:p>
        </p:txBody>
      </p:sp>
      <p:sp>
        <p:nvSpPr>
          <p:cNvPr id="15" name="Footer Placeholder 6">
            <a:extLst>
              <a:ext uri="{FF2B5EF4-FFF2-40B4-BE49-F238E27FC236}">
                <a16:creationId xmlns:a16="http://schemas.microsoft.com/office/drawing/2014/main" id="{AC234286-188D-C3A7-C46A-2E214CD0E988}"/>
              </a:ext>
            </a:extLst>
          </p:cNvPr>
          <p:cNvSpPr>
            <a:spLocks noGrp="1"/>
          </p:cNvSpPr>
          <p:nvPr>
            <p:ph type="ftr" sz="quarter" idx="15"/>
          </p:nvPr>
        </p:nvSpPr>
        <p:spPr>
          <a:xfrm>
            <a:off x="540000" y="6493063"/>
            <a:ext cx="7560000" cy="288000"/>
          </a:xfrm>
        </p:spPr>
        <p:txBody>
          <a:bodyPr/>
          <a:lstStyle/>
          <a:p>
            <a:pPr>
              <a:spcAft>
                <a:spcPts val="600"/>
              </a:spcAft>
            </a:pPr>
            <a:r>
              <a:rPr lang="de-DE" noProof="0"/>
              <a:t>IC – Intercultural Competences | Aabha Rajeev Tembe &amp; Rinkal Keyul Zadafiya | Amberg | 2-16</a:t>
            </a:r>
          </a:p>
        </p:txBody>
      </p:sp>
      <p:sp>
        <p:nvSpPr>
          <p:cNvPr id="6" name="Foliennummernplatzhalter 5">
            <a:extLst>
              <a:ext uri="{FF2B5EF4-FFF2-40B4-BE49-F238E27FC236}">
                <a16:creationId xmlns:a16="http://schemas.microsoft.com/office/drawing/2014/main" id="{80FCA3FE-CA20-E32D-B96D-99F6CCC48A20}"/>
              </a:ext>
            </a:extLst>
          </p:cNvPr>
          <p:cNvSpPr>
            <a:spLocks noGrp="1"/>
          </p:cNvSpPr>
          <p:nvPr>
            <p:ph type="sldNum" sz="quarter" idx="16"/>
          </p:nvPr>
        </p:nvSpPr>
        <p:spPr bwMode="gray">
          <a:xfrm>
            <a:off x="11341456" y="6493063"/>
            <a:ext cx="310544" cy="288000"/>
          </a:xfrm>
        </p:spPr>
        <p:txBody>
          <a:bodyPr anchor="ctr">
            <a:normAutofit/>
          </a:bodyPr>
          <a:lstStyle/>
          <a:p>
            <a:pPr>
              <a:spcAft>
                <a:spcPts val="600"/>
              </a:spcAft>
            </a:pPr>
            <a:fld id="{02CEFE82-39F2-4F47-8A0C-D5AB3496FA5C}" type="slidenum">
              <a:rPr lang="de-DE" noProof="0" smtClean="0"/>
              <a:pPr>
                <a:spcAft>
                  <a:spcPts val="600"/>
                </a:spcAft>
              </a:pPr>
              <a:t>9</a:t>
            </a:fld>
            <a:endParaRPr lang="de-DE" noProof="0"/>
          </a:p>
        </p:txBody>
      </p:sp>
      <p:pic>
        <p:nvPicPr>
          <p:cNvPr id="10" name="Picture 9" descr="A graph of charging station operators">
            <a:extLst>
              <a:ext uri="{FF2B5EF4-FFF2-40B4-BE49-F238E27FC236}">
                <a16:creationId xmlns:a16="http://schemas.microsoft.com/office/drawing/2014/main" id="{D2B9D2A2-224F-851F-1F68-F32BC8EA042A}"/>
              </a:ext>
            </a:extLst>
          </p:cNvPr>
          <p:cNvPicPr>
            <a:picLocks noChangeAspect="1"/>
          </p:cNvPicPr>
          <p:nvPr/>
        </p:nvPicPr>
        <p:blipFill>
          <a:blip r:embed="rId2"/>
          <a:stretch>
            <a:fillRect/>
          </a:stretch>
        </p:blipFill>
        <p:spPr>
          <a:xfrm>
            <a:off x="6095999" y="1627467"/>
            <a:ext cx="6055185" cy="3926785"/>
          </a:xfrm>
          <a:prstGeom prst="rect">
            <a:avLst/>
          </a:prstGeom>
        </p:spPr>
      </p:pic>
      <p:sp>
        <p:nvSpPr>
          <p:cNvPr id="7" name="Content Placeholder 6">
            <a:extLst>
              <a:ext uri="{FF2B5EF4-FFF2-40B4-BE49-F238E27FC236}">
                <a16:creationId xmlns:a16="http://schemas.microsoft.com/office/drawing/2014/main" id="{EC6EE8AD-908C-D66B-28C9-056145B9C885}"/>
              </a:ext>
            </a:extLst>
          </p:cNvPr>
          <p:cNvSpPr>
            <a:spLocks noGrp="1"/>
          </p:cNvSpPr>
          <p:nvPr>
            <p:ph sz="quarter" idx="17"/>
          </p:nvPr>
        </p:nvSpPr>
        <p:spPr/>
        <p:txBody>
          <a:bodyPr/>
          <a:lstStyle/>
          <a:p>
            <a:endParaRPr lang="en-US"/>
          </a:p>
        </p:txBody>
      </p:sp>
      <p:pic>
        <p:nvPicPr>
          <p:cNvPr id="9" name="Picture 8">
            <a:extLst>
              <a:ext uri="{FF2B5EF4-FFF2-40B4-BE49-F238E27FC236}">
                <a16:creationId xmlns:a16="http://schemas.microsoft.com/office/drawing/2014/main" id="{CF92578B-5A51-5CDE-AF06-9DBCCF05C111}"/>
              </a:ext>
            </a:extLst>
          </p:cNvPr>
          <p:cNvPicPr>
            <a:picLocks noChangeAspect="1"/>
          </p:cNvPicPr>
          <p:nvPr/>
        </p:nvPicPr>
        <p:blipFill>
          <a:blip r:embed="rId3"/>
          <a:stretch>
            <a:fillRect/>
          </a:stretch>
        </p:blipFill>
        <p:spPr>
          <a:xfrm>
            <a:off x="540000" y="1303747"/>
            <a:ext cx="5782796" cy="4677569"/>
          </a:xfrm>
          <a:prstGeom prst="rect">
            <a:avLst/>
          </a:prstGeom>
        </p:spPr>
      </p:pic>
    </p:spTree>
    <p:extLst>
      <p:ext uri="{BB962C8B-B14F-4D97-AF65-F5344CB8AC3E}">
        <p14:creationId xmlns:p14="http://schemas.microsoft.com/office/powerpoint/2010/main" val="3971685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3DDC-B4F7-6B03-1293-DC5B6F6F2F6D}"/>
            </a:ext>
          </a:extLst>
        </p:cNvPr>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73661CEB-ED13-9065-345E-BE4E3C694C96}"/>
              </a:ext>
            </a:extLst>
          </p:cNvPr>
          <p:cNvSpPr>
            <a:spLocks noGrp="1"/>
          </p:cNvSpPr>
          <p:nvPr>
            <p:ph type="sldNum" sz="quarter" idx="16"/>
          </p:nvPr>
        </p:nvSpPr>
        <p:spPr bwMode="gray"/>
        <p:txBody>
          <a:bodyPr/>
          <a:lstStyle/>
          <a:p>
            <a:fld id="{02CEFE82-39F2-4F47-8A0C-D5AB3496FA5C}" type="slidenum">
              <a:rPr lang="de-DE" noProof="0" smtClean="0"/>
              <a:t>10</a:t>
            </a:fld>
            <a:endParaRPr lang="de-DE" noProof="0" dirty="0"/>
          </a:p>
        </p:txBody>
      </p:sp>
      <p:sp>
        <p:nvSpPr>
          <p:cNvPr id="7" name="Inhaltsplatzhalter 6">
            <a:extLst>
              <a:ext uri="{FF2B5EF4-FFF2-40B4-BE49-F238E27FC236}">
                <a16:creationId xmlns:a16="http://schemas.microsoft.com/office/drawing/2014/main" id="{222AFA79-78E7-884F-9168-304F3CECF7D5}"/>
              </a:ext>
            </a:extLst>
          </p:cNvPr>
          <p:cNvSpPr>
            <a:spLocks noGrp="1"/>
          </p:cNvSpPr>
          <p:nvPr>
            <p:ph sz="quarter" idx="17"/>
          </p:nvPr>
        </p:nvSpPr>
        <p:spPr bwMode="gray">
          <a:xfrm>
            <a:off x="323850" y="1613459"/>
            <a:ext cx="10816729" cy="4130115"/>
          </a:xfrm>
        </p:spPr>
        <p:txBody>
          <a:bodyPr/>
          <a:lstStyle/>
          <a:p>
            <a:pPr lvl="1">
              <a:buFont typeface="Arial" panose="020B0604020202020204" pitchFamily="34" charset="0"/>
              <a:buChar char="•"/>
            </a:pPr>
            <a:r>
              <a:rPr lang="en-US" b="1" dirty="0"/>
              <a:t>Regional Dominance:</a:t>
            </a:r>
            <a:r>
              <a:rPr lang="en-US" dirty="0"/>
              <a:t> Our analysis concludes that </a:t>
            </a:r>
            <a:r>
              <a:rPr lang="en-US" b="1" dirty="0"/>
              <a:t>Bayern</a:t>
            </a:r>
            <a:r>
              <a:rPr lang="en-US" dirty="0"/>
              <a:t> is the state with the highest number of charging stations (19,650). </a:t>
            </a:r>
            <a:r>
              <a:rPr lang="en-US" b="1" dirty="0"/>
              <a:t>Nordrhein-Westfalen</a:t>
            </a:r>
            <a:r>
              <a:rPr lang="en-US" dirty="0"/>
              <a:t> holds second place with 18,896 stations, followed by </a:t>
            </a:r>
            <a:r>
              <a:rPr lang="en-US" b="1" dirty="0"/>
              <a:t>Baden-Württemberg</a:t>
            </a:r>
            <a:r>
              <a:rPr lang="en-US" dirty="0"/>
              <a:t> with 16,171. These three states form the industrial and infrastructure core of the German charging network.</a:t>
            </a:r>
          </a:p>
          <a:p>
            <a:pPr lvl="1">
              <a:buFont typeface="Arial" panose="020B0604020202020204" pitchFamily="34" charset="0"/>
              <a:buChar char="•"/>
            </a:pPr>
            <a:r>
              <a:rPr lang="en-US" b="1" dirty="0"/>
              <a:t>City-Specific Infrastructure:</a:t>
            </a:r>
            <a:r>
              <a:rPr lang="en-US" dirty="0"/>
              <a:t> Excluding major hubs (Berlin, Hamburg, Munich, and Cologne), </a:t>
            </a:r>
            <a:r>
              <a:rPr lang="en-US" b="1" dirty="0"/>
              <a:t>Wolfsburg</a:t>
            </a:r>
            <a:r>
              <a:rPr lang="en-US" dirty="0"/>
              <a:t> emerged as the city with the most charging stations. Specifically regarding </a:t>
            </a:r>
            <a:r>
              <a:rPr lang="en-US" b="1" dirty="0"/>
              <a:t>Amberg</a:t>
            </a:r>
            <a:r>
              <a:rPr lang="en-US" dirty="0"/>
              <a:t>, our analysis concludes the city has </a:t>
            </a:r>
            <a:r>
              <a:rPr lang="en-US" b="1" dirty="0"/>
              <a:t>52 charging stations</a:t>
            </a:r>
            <a:r>
              <a:rPr lang="en-US" dirty="0"/>
              <a:t>, with a higher density in the central district. The maximum combined energy output of these stations totals </a:t>
            </a:r>
            <a:r>
              <a:rPr lang="en-US" b="1" dirty="0"/>
              <a:t>2246.6 kW</a:t>
            </a:r>
            <a:r>
              <a:rPr lang="en-US" dirty="0"/>
              <a:t>.</a:t>
            </a:r>
          </a:p>
          <a:p>
            <a:pPr lvl="1">
              <a:buFont typeface="Arial" panose="020B0604020202020204" pitchFamily="34" charset="0"/>
              <a:buChar char="•"/>
            </a:pPr>
            <a:r>
              <a:rPr lang="en-US" b="1" dirty="0"/>
              <a:t>Leading Operators:</a:t>
            </a:r>
            <a:r>
              <a:rPr lang="en-US" dirty="0"/>
              <a:t> The top five prominent operators identified are:</a:t>
            </a:r>
          </a:p>
          <a:p>
            <a:pPr lvl="2"/>
            <a:r>
              <a:rPr lang="en-US" dirty="0"/>
              <a:t>EnBW Mobility+ AG &amp; Co. KG</a:t>
            </a:r>
          </a:p>
          <a:p>
            <a:pPr lvl="2"/>
            <a:r>
              <a:rPr lang="en-US" dirty="0"/>
              <a:t>E.ON Drive GmbH</a:t>
            </a:r>
          </a:p>
          <a:p>
            <a:pPr lvl="2"/>
            <a:r>
              <a:rPr lang="en-US" dirty="0"/>
              <a:t>Tesla Germany GmbH</a:t>
            </a:r>
          </a:p>
          <a:p>
            <a:pPr lvl="2"/>
            <a:r>
              <a:rPr lang="en-US" dirty="0"/>
              <a:t>EWE Go GmbH</a:t>
            </a:r>
          </a:p>
          <a:p>
            <a:br>
              <a:rPr lang="en-US" dirty="0"/>
            </a:br>
            <a:endParaRPr lang="de-DE" dirty="0">
              <a:latin typeface="Times New Roman" panose="02020603050405020304" pitchFamily="18" charset="0"/>
              <a:cs typeface="Times New Roman" panose="02020603050405020304" pitchFamily="18" charset="0"/>
            </a:endParaRPr>
          </a:p>
        </p:txBody>
      </p:sp>
      <p:sp>
        <p:nvSpPr>
          <p:cNvPr id="3" name="Titel 2">
            <a:extLst>
              <a:ext uri="{FF2B5EF4-FFF2-40B4-BE49-F238E27FC236}">
                <a16:creationId xmlns:a16="http://schemas.microsoft.com/office/drawing/2014/main" id="{6F401C1B-177B-DDCC-978D-9DF7043C95B8}"/>
              </a:ext>
            </a:extLst>
          </p:cNvPr>
          <p:cNvSpPr>
            <a:spLocks noGrp="1"/>
          </p:cNvSpPr>
          <p:nvPr>
            <p:ph type="title"/>
          </p:nvPr>
        </p:nvSpPr>
        <p:spPr bwMode="gray">
          <a:xfrm>
            <a:off x="540000" y="707972"/>
            <a:ext cx="8268720" cy="360000"/>
          </a:xfrm>
        </p:spPr>
        <p:txBody>
          <a:bodyPr/>
          <a:lstStyle/>
          <a:p>
            <a:r>
              <a:rPr lang="de-DE" dirty="0">
                <a:solidFill>
                  <a:schemeClr val="accent1"/>
                </a:solidFill>
                <a:latin typeface="Arial" panose="020B0604020202020204" pitchFamily="34" charset="0"/>
                <a:cs typeface="Arial" panose="020B0604020202020204" pitchFamily="34" charset="0"/>
              </a:rPr>
              <a:t>Key Findings</a:t>
            </a:r>
            <a:endParaRPr lang="de-DE" dirty="0"/>
          </a:p>
        </p:txBody>
      </p:sp>
      <p:sp>
        <p:nvSpPr>
          <p:cNvPr id="2" name="Date Placeholder 1">
            <a:extLst>
              <a:ext uri="{FF2B5EF4-FFF2-40B4-BE49-F238E27FC236}">
                <a16:creationId xmlns:a16="http://schemas.microsoft.com/office/drawing/2014/main" id="{2BCDE464-325D-5C76-C832-AEEAEAA1DFED}"/>
              </a:ext>
            </a:extLst>
          </p:cNvPr>
          <p:cNvSpPr>
            <a:spLocks noGrp="1"/>
          </p:cNvSpPr>
          <p:nvPr>
            <p:ph type="dt" sz="half" idx="14"/>
          </p:nvPr>
        </p:nvSpPr>
        <p:spPr/>
        <p:txBody>
          <a:bodyPr/>
          <a:lstStyle/>
          <a:p>
            <a:r>
              <a:rPr lang="en-US" noProof="0"/>
              <a:t>3rd December 2024</a:t>
            </a:r>
            <a:endParaRPr lang="de-DE" noProof="0" dirty="0"/>
          </a:p>
        </p:txBody>
      </p:sp>
    </p:spTree>
    <p:extLst>
      <p:ext uri="{BB962C8B-B14F-4D97-AF65-F5344CB8AC3E}">
        <p14:creationId xmlns:p14="http://schemas.microsoft.com/office/powerpoint/2010/main" val="110610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FB3C0-6317-1AB2-3458-C62835A74F8B}"/>
            </a:ext>
          </a:extLst>
        </p:cNvPr>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7D854014-44DD-2D49-6B27-B1C4BB8AD72D}"/>
              </a:ext>
            </a:extLst>
          </p:cNvPr>
          <p:cNvSpPr>
            <a:spLocks noGrp="1"/>
          </p:cNvSpPr>
          <p:nvPr>
            <p:ph type="sldNum" sz="quarter" idx="16"/>
          </p:nvPr>
        </p:nvSpPr>
        <p:spPr bwMode="gray"/>
        <p:txBody>
          <a:bodyPr/>
          <a:lstStyle/>
          <a:p>
            <a:fld id="{02CEFE82-39F2-4F47-8A0C-D5AB3496FA5C}" type="slidenum">
              <a:rPr lang="de-DE" noProof="0" smtClean="0"/>
              <a:t>11</a:t>
            </a:fld>
            <a:endParaRPr lang="de-DE" noProof="0" dirty="0"/>
          </a:p>
        </p:txBody>
      </p:sp>
      <p:sp>
        <p:nvSpPr>
          <p:cNvPr id="7" name="Inhaltsplatzhalter 6">
            <a:extLst>
              <a:ext uri="{FF2B5EF4-FFF2-40B4-BE49-F238E27FC236}">
                <a16:creationId xmlns:a16="http://schemas.microsoft.com/office/drawing/2014/main" id="{6F25F7CC-FF72-9038-D349-EFE07D2E13FC}"/>
              </a:ext>
            </a:extLst>
          </p:cNvPr>
          <p:cNvSpPr>
            <a:spLocks noGrp="1"/>
          </p:cNvSpPr>
          <p:nvPr>
            <p:ph sz="quarter" idx="17"/>
          </p:nvPr>
        </p:nvSpPr>
        <p:spPr bwMode="gray">
          <a:xfrm>
            <a:off x="323850" y="1613459"/>
            <a:ext cx="10816729" cy="4130115"/>
          </a:xfrm>
        </p:spPr>
        <p:txBody>
          <a:bodyPr/>
          <a:lstStyle/>
          <a:p>
            <a:r>
              <a:rPr lang="en-US" dirty="0"/>
              <a:t>We built reusable data-cleaning and visualization functions with pandas, seaborn, </a:t>
            </a:r>
            <a:r>
              <a:rPr lang="en-US" dirty="0" err="1"/>
              <a:t>geopandas</a:t>
            </a:r>
            <a:r>
              <a:rPr lang="en-US" dirty="0"/>
              <a:t>, and folium, enabling easy updates and interactive mapping of Amberg’s 52 stations.</a:t>
            </a:r>
          </a:p>
          <a:p>
            <a:r>
              <a:rPr lang="en-US" dirty="0"/>
              <a:t>The system was tested locally with variant datasets to ensure robustness against future Federal Network Agency updates.</a:t>
            </a:r>
          </a:p>
          <a:p>
            <a:r>
              <a:rPr lang="en-US" dirty="0"/>
              <a:t>Effective GitHub collaboration, continuous communication with lecturers, and independent ownership of research topics drove the project’s success.</a:t>
            </a:r>
          </a:p>
          <a:p>
            <a:pPr marL="0" indent="0">
              <a:buNone/>
            </a:pPr>
            <a:endParaRPr lang="de-DE" dirty="0">
              <a:latin typeface="Times New Roman" panose="02020603050405020304" pitchFamily="18" charset="0"/>
              <a:cs typeface="Times New Roman" panose="02020603050405020304" pitchFamily="18" charset="0"/>
            </a:endParaRPr>
          </a:p>
        </p:txBody>
      </p:sp>
      <p:sp>
        <p:nvSpPr>
          <p:cNvPr id="3" name="Titel 2">
            <a:extLst>
              <a:ext uri="{FF2B5EF4-FFF2-40B4-BE49-F238E27FC236}">
                <a16:creationId xmlns:a16="http://schemas.microsoft.com/office/drawing/2014/main" id="{4CABDFE3-5828-6E9F-0355-999088CC0827}"/>
              </a:ext>
            </a:extLst>
          </p:cNvPr>
          <p:cNvSpPr>
            <a:spLocks noGrp="1"/>
          </p:cNvSpPr>
          <p:nvPr>
            <p:ph type="title"/>
          </p:nvPr>
        </p:nvSpPr>
        <p:spPr bwMode="gray">
          <a:xfrm>
            <a:off x="540000" y="707972"/>
            <a:ext cx="8268720" cy="360000"/>
          </a:xfrm>
        </p:spPr>
        <p:txBody>
          <a:bodyPr/>
          <a:lstStyle/>
          <a:p>
            <a:r>
              <a:rPr lang="de-DE" dirty="0">
                <a:solidFill>
                  <a:schemeClr val="accent1"/>
                </a:solidFill>
                <a:latin typeface="Arial" panose="020B0604020202020204" pitchFamily="34" charset="0"/>
                <a:cs typeface="Arial" panose="020B0604020202020204" pitchFamily="34" charset="0"/>
              </a:rPr>
              <a:t>Lessons learned</a:t>
            </a:r>
            <a:endParaRPr lang="de-DE" dirty="0"/>
          </a:p>
        </p:txBody>
      </p:sp>
      <p:sp>
        <p:nvSpPr>
          <p:cNvPr id="2" name="Date Placeholder 1">
            <a:extLst>
              <a:ext uri="{FF2B5EF4-FFF2-40B4-BE49-F238E27FC236}">
                <a16:creationId xmlns:a16="http://schemas.microsoft.com/office/drawing/2014/main" id="{0D9DC77D-11A6-064E-DEA6-C1C337EDE0DC}"/>
              </a:ext>
            </a:extLst>
          </p:cNvPr>
          <p:cNvSpPr>
            <a:spLocks noGrp="1"/>
          </p:cNvSpPr>
          <p:nvPr>
            <p:ph type="dt" sz="half" idx="14"/>
          </p:nvPr>
        </p:nvSpPr>
        <p:spPr/>
        <p:txBody>
          <a:bodyPr/>
          <a:lstStyle/>
          <a:p>
            <a:r>
              <a:rPr lang="en-US" noProof="0"/>
              <a:t>3rd December 2024</a:t>
            </a:r>
            <a:endParaRPr lang="de-DE" noProof="0" dirty="0"/>
          </a:p>
        </p:txBody>
      </p:sp>
    </p:spTree>
    <p:extLst>
      <p:ext uri="{BB962C8B-B14F-4D97-AF65-F5344CB8AC3E}">
        <p14:creationId xmlns:p14="http://schemas.microsoft.com/office/powerpoint/2010/main" val="22028485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TH">
  <a:themeElements>
    <a:clrScheme name="Benutzerdefiniert 14">
      <a:dk1>
        <a:srgbClr val="53545A"/>
      </a:dk1>
      <a:lt1>
        <a:srgbClr val="FFFFFF"/>
      </a:lt1>
      <a:dk2>
        <a:srgbClr val="535559"/>
      </a:dk2>
      <a:lt2>
        <a:srgbClr val="FFFFFF"/>
      </a:lt2>
      <a:accent1>
        <a:srgbClr val="ED7000"/>
      </a:accent1>
      <a:accent2>
        <a:srgbClr val="525558"/>
      </a:accent2>
      <a:accent3>
        <a:srgbClr val="1EB0CB"/>
      </a:accent3>
      <a:accent4>
        <a:srgbClr val="6B347F"/>
      </a:accent4>
      <a:accent5>
        <a:srgbClr val="00679F"/>
      </a:accent5>
      <a:accent6>
        <a:srgbClr val="45B179"/>
      </a:accent6>
      <a:hlink>
        <a:srgbClr val="525558"/>
      </a:hlink>
      <a:folHlink>
        <a:srgbClr val="FA7C18"/>
      </a:folHlink>
    </a:clrScheme>
    <a:fontScheme name="OTH">
      <a:majorFont>
        <a:latin typeface="Meta OT"/>
        <a:ea typeface=""/>
        <a:cs typeface=""/>
      </a:majorFont>
      <a:minorFont>
        <a:latin typeface="Meta O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lIns="36000" tIns="36000" rIns="36000" bIns="36000" rtlCol="0" anchor="ctr"/>
      <a:lstStyle>
        <a:defPPr algn="ctr">
          <a:lnSpc>
            <a:spcPct val="90000"/>
          </a:lnSpc>
          <a:spcAft>
            <a:spcPts val="1000"/>
          </a:spcAft>
          <a:defRPr sz="1400" dirty="0" err="1"/>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cap="rnd" cmpd="sng">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85750" indent="-285750" algn="l">
          <a:lnSpc>
            <a:spcPct val="90000"/>
          </a:lnSpc>
          <a:spcAft>
            <a:spcPts val="1000"/>
          </a:spcAft>
          <a:buClr>
            <a:schemeClr val="accent1"/>
          </a:buClr>
          <a:buFont typeface="Arial" panose="020B0604020202020204" pitchFamily="34" charset="0"/>
          <a:buChar char="•"/>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TH">
  <a:themeElements>
    <a:clrScheme name="Benutzerdefiniert 14">
      <a:dk1>
        <a:srgbClr val="53545A"/>
      </a:dk1>
      <a:lt1>
        <a:srgbClr val="FFFFFF"/>
      </a:lt1>
      <a:dk2>
        <a:srgbClr val="535559"/>
      </a:dk2>
      <a:lt2>
        <a:srgbClr val="FFFFFF"/>
      </a:lt2>
      <a:accent1>
        <a:srgbClr val="ED7000"/>
      </a:accent1>
      <a:accent2>
        <a:srgbClr val="525558"/>
      </a:accent2>
      <a:accent3>
        <a:srgbClr val="1EB0CB"/>
      </a:accent3>
      <a:accent4>
        <a:srgbClr val="6B347F"/>
      </a:accent4>
      <a:accent5>
        <a:srgbClr val="00679F"/>
      </a:accent5>
      <a:accent6>
        <a:srgbClr val="45B179"/>
      </a:accent6>
      <a:hlink>
        <a:srgbClr val="525558"/>
      </a:hlink>
      <a:folHlink>
        <a:srgbClr val="FA7C18"/>
      </a:folHlink>
    </a:clrScheme>
    <a:fontScheme name="OTH">
      <a:majorFont>
        <a:latin typeface="Meta OT"/>
        <a:ea typeface=""/>
        <a:cs typeface=""/>
      </a:majorFont>
      <a:minorFont>
        <a:latin typeface="Meta O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lIns="36000" tIns="36000" rIns="36000" bIns="36000" rtlCol="0" anchor="ctr"/>
      <a:lstStyle>
        <a:defPPr algn="ctr">
          <a:lnSpc>
            <a:spcPct val="90000"/>
          </a:lnSpc>
          <a:spcAft>
            <a:spcPts val="1000"/>
          </a:spcAft>
          <a:defRPr sz="1400" dirty="0" err="1"/>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cap="rnd" cmpd="sng">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85750" indent="-285750" algn="l">
          <a:lnSpc>
            <a:spcPct val="90000"/>
          </a:lnSpc>
          <a:spcAft>
            <a:spcPts val="1000"/>
          </a:spcAft>
          <a:buClr>
            <a:schemeClr val="accent1"/>
          </a:buClr>
          <a:buFont typeface="Arial" panose="020B0604020202020204" pitchFamily="34" charset="0"/>
          <a:buChar char="•"/>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TH">
  <a:themeElements>
    <a:clrScheme name="Benutzerdefiniert 14">
      <a:dk1>
        <a:srgbClr val="53545A"/>
      </a:dk1>
      <a:lt1>
        <a:srgbClr val="FFFFFF"/>
      </a:lt1>
      <a:dk2>
        <a:srgbClr val="535559"/>
      </a:dk2>
      <a:lt2>
        <a:srgbClr val="FFFFFF"/>
      </a:lt2>
      <a:accent1>
        <a:srgbClr val="ED7000"/>
      </a:accent1>
      <a:accent2>
        <a:srgbClr val="525558"/>
      </a:accent2>
      <a:accent3>
        <a:srgbClr val="1EB0CB"/>
      </a:accent3>
      <a:accent4>
        <a:srgbClr val="6B347F"/>
      </a:accent4>
      <a:accent5>
        <a:srgbClr val="00679F"/>
      </a:accent5>
      <a:accent6>
        <a:srgbClr val="45B179"/>
      </a:accent6>
      <a:hlink>
        <a:srgbClr val="525558"/>
      </a:hlink>
      <a:folHlink>
        <a:srgbClr val="FA7C18"/>
      </a:folHlink>
    </a:clrScheme>
    <a:fontScheme name="OTH">
      <a:majorFont>
        <a:latin typeface="Meta OT"/>
        <a:ea typeface=""/>
        <a:cs typeface=""/>
      </a:majorFont>
      <a:minorFont>
        <a:latin typeface="Meta O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ln>
          <a:noFill/>
        </a:ln>
      </a:spPr>
      <a:bodyPr lIns="36000" tIns="36000" rIns="36000" bIns="36000" rtlCol="0" anchor="ctr"/>
      <a:lstStyle>
        <a:defPPr algn="ctr">
          <a:lnSpc>
            <a:spcPct val="90000"/>
          </a:lnSpc>
          <a:spcAft>
            <a:spcPts val="1000"/>
          </a:spcAft>
          <a:defRPr sz="1400" dirty="0" err="1"/>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cap="rnd" cmpd="sng">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285750" indent="-285750" algn="l">
          <a:lnSpc>
            <a:spcPct val="90000"/>
          </a:lnSpc>
          <a:spcAft>
            <a:spcPts val="1000"/>
          </a:spcAft>
          <a:buClr>
            <a:schemeClr val="accent1"/>
          </a:buClr>
          <a:buFont typeface="Arial" panose="020B0604020202020204" pitchFamily="34" charset="0"/>
          <a:buChar char="•"/>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Larissa">
  <a:themeElements>
    <a:clrScheme name="OTH">
      <a:dk1>
        <a:srgbClr val="000000"/>
      </a:dk1>
      <a:lt1>
        <a:srgbClr val="FFFFFF"/>
      </a:lt1>
      <a:dk2>
        <a:srgbClr val="000000"/>
      </a:dk2>
      <a:lt2>
        <a:srgbClr val="B0A79D"/>
      </a:lt2>
      <a:accent1>
        <a:srgbClr val="F19400"/>
      </a:accent1>
      <a:accent2>
        <a:srgbClr val="7FA8B6"/>
      </a:accent2>
      <a:accent3>
        <a:srgbClr val="A24885"/>
      </a:accent3>
      <a:accent4>
        <a:srgbClr val="78A26E"/>
      </a:accent4>
      <a:accent5>
        <a:srgbClr val="CBC4BE"/>
      </a:accent5>
      <a:accent6>
        <a:srgbClr val="F8BB6B"/>
      </a:accent6>
      <a:hlink>
        <a:srgbClr val="8A8079"/>
      </a:hlink>
      <a:folHlink>
        <a:srgbClr val="F29400"/>
      </a:folHlink>
    </a:clrScheme>
    <a:fontScheme name="OTH">
      <a:majorFont>
        <a:latin typeface="Meta OT"/>
        <a:ea typeface=""/>
        <a:cs typeface=""/>
      </a:majorFont>
      <a:minorFont>
        <a:latin typeface="Meta O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TH">
      <a:dk1>
        <a:srgbClr val="000000"/>
      </a:dk1>
      <a:lt1>
        <a:srgbClr val="FFFFFF"/>
      </a:lt1>
      <a:dk2>
        <a:srgbClr val="000000"/>
      </a:dk2>
      <a:lt2>
        <a:srgbClr val="B0A79D"/>
      </a:lt2>
      <a:accent1>
        <a:srgbClr val="F19400"/>
      </a:accent1>
      <a:accent2>
        <a:srgbClr val="7FA8B6"/>
      </a:accent2>
      <a:accent3>
        <a:srgbClr val="A24885"/>
      </a:accent3>
      <a:accent4>
        <a:srgbClr val="78A26E"/>
      </a:accent4>
      <a:accent5>
        <a:srgbClr val="CBC4BE"/>
      </a:accent5>
      <a:accent6>
        <a:srgbClr val="F8BB6B"/>
      </a:accent6>
      <a:hlink>
        <a:srgbClr val="8A8079"/>
      </a:hlink>
      <a:folHlink>
        <a:srgbClr val="F29400"/>
      </a:folHlink>
    </a:clrScheme>
    <a:fontScheme name="OTH">
      <a:majorFont>
        <a:latin typeface="Meta OT"/>
        <a:ea typeface=""/>
        <a:cs typeface=""/>
      </a:majorFont>
      <a:minorFont>
        <a:latin typeface="Meta O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1648</TotalTime>
  <Words>669</Words>
  <Application>Microsoft Office PowerPoint</Application>
  <PresentationFormat>Widescreen</PresentationFormat>
  <Paragraphs>87</Paragraphs>
  <Slides>11</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11</vt:i4>
      </vt:variant>
    </vt:vector>
  </HeadingPairs>
  <TitlesOfParts>
    <vt:vector size="17" baseType="lpstr">
      <vt:lpstr>Arial</vt:lpstr>
      <vt:lpstr>Times New Roman</vt:lpstr>
      <vt:lpstr>Meta OT</vt:lpstr>
      <vt:lpstr>OTH</vt:lpstr>
      <vt:lpstr>1_OTH</vt:lpstr>
      <vt:lpstr>2_OTH</vt:lpstr>
      <vt:lpstr>PowerPoint Presentation</vt:lpstr>
      <vt:lpstr>PowerPoint Presentation</vt:lpstr>
      <vt:lpstr>Questions</vt:lpstr>
      <vt:lpstr>Applied Method  </vt:lpstr>
      <vt:lpstr>Charging stations per German State</vt:lpstr>
      <vt:lpstr>Choropleth map </vt:lpstr>
      <vt:lpstr>Top City Analysis (Excluding Majors) </vt:lpstr>
      <vt:lpstr>Charging stations in city of Amberg</vt:lpstr>
      <vt:lpstr>Top 5 charging stations in Germany</vt:lpstr>
      <vt:lpstr>Key Findings</vt:lpstr>
      <vt:lpstr>Lessons learned</vt:lpstr>
    </vt:vector>
  </TitlesOfParts>
  <Company>Ostbayerische Technische Hochschule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OTH Master</dc:title>
  <dc:creator>PresentationLoad</dc:creator>
  <cp:lastModifiedBy>Alla  Sai Surya</cp:lastModifiedBy>
  <cp:revision>1955</cp:revision>
  <dcterms:created xsi:type="dcterms:W3CDTF">2015-11-26T10:37:00Z</dcterms:created>
  <dcterms:modified xsi:type="dcterms:W3CDTF">2026-01-07T19:26:16Z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B519EEA85626415D929865B29D062631_12</vt:lpwstr>
  </property>
  <property fmtid="{D5CDD505-2E9C-101B-9397-08002B2CF9AE}" pid="3" name="KSOProductBuildVer">
    <vt:lpwstr>1033-12.2.0.18911</vt:lpwstr>
  </property>
</Properties>
</file>